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14"/>
  </p:notesMasterIdLst>
  <p:handoutMasterIdLst>
    <p:handoutMasterId r:id="rId15"/>
  </p:handoutMasterIdLst>
  <p:sldIdLst>
    <p:sldId id="290" r:id="rId2"/>
    <p:sldId id="291" r:id="rId3"/>
    <p:sldId id="292" r:id="rId4"/>
    <p:sldId id="293" r:id="rId5"/>
    <p:sldId id="294" r:id="rId6"/>
    <p:sldId id="301" r:id="rId7"/>
    <p:sldId id="296" r:id="rId8"/>
    <p:sldId id="297" r:id="rId9"/>
    <p:sldId id="298" r:id="rId10"/>
    <p:sldId id="299" r:id="rId11"/>
    <p:sldId id="300" r:id="rId12"/>
    <p:sldId id="295" r:id="rId13"/>
  </p:sldIdLst>
  <p:sldSz cx="12192000" cy="6858000"/>
  <p:notesSz cx="6858000" cy="9144000"/>
  <p:defaultTextStyle>
    <a:defPPr>
      <a:defRPr lang="nl-N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structie" id="{57C8B40F-F360-4326-8328-CF1BBE953922}">
          <p14:sldIdLst>
            <p14:sldId id="290"/>
            <p14:sldId id="291"/>
            <p14:sldId id="292"/>
            <p14:sldId id="293"/>
            <p14:sldId id="294"/>
            <p14:sldId id="301"/>
            <p14:sldId id="296"/>
            <p14:sldId id="297"/>
            <p14:sldId id="298"/>
            <p14:sldId id="299"/>
            <p14:sldId id="300"/>
          </p14:sldIdLst>
        </p14:section>
        <p14:section name="Presentatie" id="{7DD08CC6-2B26-4483-98F3-3344F7813711}">
          <p14:sldIdLst>
            <p14:sldId id="295"/>
          </p14:sldIdLst>
        </p14:section>
      </p14:sectionLst>
    </p:ex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BCD2FF"/>
    <a:srgbClr val="001158"/>
    <a:srgbClr val="E7E6E6"/>
    <a:srgbClr val="C9BEC0"/>
    <a:srgbClr val="9FB5B6"/>
    <a:srgbClr val="829B8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7" autoAdjust="0"/>
    <p:restoredTop sz="94704" autoAdjust="0"/>
  </p:normalViewPr>
  <p:slideViewPr>
    <p:cSldViewPr snapToGrid="0">
      <p:cViewPr>
        <p:scale>
          <a:sx n="125" d="100"/>
          <a:sy n="125" d="100"/>
        </p:scale>
        <p:origin x="360" y="322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81" d="100"/>
          <a:sy n="81" d="100"/>
        </p:scale>
        <p:origin x="3024" y="108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handoutMaster" Target="handoutMasters/handout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koptekst 1">
            <a:extLst>
              <a:ext uri="{FF2B5EF4-FFF2-40B4-BE49-F238E27FC236}">
                <a16:creationId xmlns:a16="http://schemas.microsoft.com/office/drawing/2014/main" id="{76CE9F8C-1656-D528-4D96-E70E00ECD7F0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Tijdelijke aanduiding voor datum 2">
            <a:extLst>
              <a:ext uri="{FF2B5EF4-FFF2-40B4-BE49-F238E27FC236}">
                <a16:creationId xmlns:a16="http://schemas.microsoft.com/office/drawing/2014/main" id="{2C6A97C3-BF6A-BA94-B29D-F8BFE3D2849A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3D92433-EB11-45DD-98F3-37F08CB289C0}" type="datetimeFigureOut">
              <a:rPr lang="en-US" smtClean="0"/>
              <a:t>10/12/2025</a:t>
            </a:fld>
            <a:endParaRPr lang="en-US"/>
          </a:p>
        </p:txBody>
      </p:sp>
      <p:sp>
        <p:nvSpPr>
          <p:cNvPr id="4" name="Tijdelijke aanduiding voor voettekst 3">
            <a:extLst>
              <a:ext uri="{FF2B5EF4-FFF2-40B4-BE49-F238E27FC236}">
                <a16:creationId xmlns:a16="http://schemas.microsoft.com/office/drawing/2014/main" id="{E1D7915D-0664-11B9-C5B5-B8D689556F48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Tijdelijke aanduiding voor dianummer 4">
            <a:extLst>
              <a:ext uri="{FF2B5EF4-FFF2-40B4-BE49-F238E27FC236}">
                <a16:creationId xmlns:a16="http://schemas.microsoft.com/office/drawing/2014/main" id="{88253C22-14D2-321E-0F1C-1677015106B3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10CC976-6A8E-424E-A1B7-0A1033B579D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69989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koptekst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 b="0" i="0">
                <a:latin typeface="Merriweather" pitchFamily="2" charset="77"/>
              </a:defRPr>
            </a:lvl1pPr>
          </a:lstStyle>
          <a:p>
            <a:endParaRPr lang="nl-NL" dirty="0"/>
          </a:p>
        </p:txBody>
      </p:sp>
      <p:sp>
        <p:nvSpPr>
          <p:cNvPr id="3" name="Tijdelijke aanduiding voor datum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 b="0" i="0">
                <a:latin typeface="Merriweather" pitchFamily="2" charset="77"/>
              </a:defRPr>
            </a:lvl1pPr>
          </a:lstStyle>
          <a:p>
            <a:fld id="{74339EEE-E176-7947-8E00-F01126ED10E4}" type="datetimeFigureOut">
              <a:rPr lang="nl-NL" smtClean="0"/>
              <a:pPr/>
              <a:t>10-12-2025</a:t>
            </a:fld>
            <a:endParaRPr lang="nl-NL" dirty="0"/>
          </a:p>
        </p:txBody>
      </p:sp>
      <p:sp>
        <p:nvSpPr>
          <p:cNvPr id="4" name="Tijdelijke aanduiding voor dia-afbeelding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nl-NL" dirty="0"/>
          </a:p>
        </p:txBody>
      </p:sp>
      <p:sp>
        <p:nvSpPr>
          <p:cNvPr id="5" name="Tijdelijke aanduiding voor notiti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nl-NL" dirty="0"/>
              <a:t>Klikken om de tekststijl van het model te bewerken</a:t>
            </a:r>
          </a:p>
          <a:p>
            <a:pPr lvl="1"/>
            <a:r>
              <a:rPr lang="nl-NL" dirty="0"/>
              <a:t>Tweede niveau</a:t>
            </a:r>
          </a:p>
          <a:p>
            <a:pPr lvl="2"/>
            <a:r>
              <a:rPr lang="nl-NL" dirty="0"/>
              <a:t>Derde niveau</a:t>
            </a:r>
          </a:p>
          <a:p>
            <a:pPr lvl="3"/>
            <a:r>
              <a:rPr lang="nl-NL" dirty="0"/>
              <a:t>Vierde niveau</a:t>
            </a:r>
          </a:p>
          <a:p>
            <a:pPr lvl="4"/>
            <a:r>
              <a:rPr lang="nl-NL" dirty="0"/>
              <a:t>Vijfde niveau</a:t>
            </a:r>
          </a:p>
        </p:txBody>
      </p:sp>
      <p:sp>
        <p:nvSpPr>
          <p:cNvPr id="6" name="Tijdelijke aanduiding voor voettekst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 b="0" i="0">
                <a:latin typeface="Merriweather" pitchFamily="2" charset="77"/>
              </a:defRPr>
            </a:lvl1pPr>
          </a:lstStyle>
          <a:p>
            <a:endParaRPr lang="nl-NL" dirty="0"/>
          </a:p>
        </p:txBody>
      </p:sp>
      <p:sp>
        <p:nvSpPr>
          <p:cNvPr id="7" name="Tijdelijke aanduiding voor dianumm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 b="0" i="0">
                <a:latin typeface="Merriweather" pitchFamily="2" charset="77"/>
              </a:defRPr>
            </a:lvl1pPr>
          </a:lstStyle>
          <a:p>
            <a:fld id="{637B80C8-3308-6C4F-B1C5-C23743646DBC}" type="slidenum">
              <a:rPr lang="nl-NL" smtClean="0"/>
              <a:pPr/>
              <a:t>‹#›</a:t>
            </a:fld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215225345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b="0" i="0" kern="1200">
        <a:solidFill>
          <a:schemeClr val="tx1"/>
        </a:solidFill>
        <a:latin typeface="Merriweather" pitchFamily="2" charset="77"/>
        <a:ea typeface="+mn-ea"/>
        <a:cs typeface="+mn-cs"/>
      </a:defRPr>
    </a:lvl1pPr>
    <a:lvl2pPr marL="457200" algn="l" defTabSz="914400" rtl="0" eaLnBrk="1" latinLnBrk="0" hangingPunct="1">
      <a:defRPr sz="1200" b="0" i="0" kern="1200">
        <a:solidFill>
          <a:schemeClr val="tx1"/>
        </a:solidFill>
        <a:latin typeface="Merriweather" pitchFamily="2" charset="77"/>
        <a:ea typeface="+mn-ea"/>
        <a:cs typeface="+mn-cs"/>
      </a:defRPr>
    </a:lvl2pPr>
    <a:lvl3pPr marL="914400" algn="l" defTabSz="914400" rtl="0" eaLnBrk="1" latinLnBrk="0" hangingPunct="1">
      <a:defRPr sz="1200" b="0" i="0" kern="1200">
        <a:solidFill>
          <a:schemeClr val="tx1"/>
        </a:solidFill>
        <a:latin typeface="Merriweather" pitchFamily="2" charset="77"/>
        <a:ea typeface="+mn-ea"/>
        <a:cs typeface="+mn-cs"/>
      </a:defRPr>
    </a:lvl3pPr>
    <a:lvl4pPr marL="1371600" algn="l" defTabSz="914400" rtl="0" eaLnBrk="1" latinLnBrk="0" hangingPunct="1">
      <a:defRPr sz="1200" b="0" i="0" kern="1200">
        <a:solidFill>
          <a:schemeClr val="tx1"/>
        </a:solidFill>
        <a:latin typeface="Merriweather" pitchFamily="2" charset="77"/>
        <a:ea typeface="+mn-ea"/>
        <a:cs typeface="+mn-cs"/>
      </a:defRPr>
    </a:lvl4pPr>
    <a:lvl5pPr marL="1828800" algn="l" defTabSz="914400" rtl="0" eaLnBrk="1" latinLnBrk="0" hangingPunct="1">
      <a:defRPr sz="1200" b="0" i="0" kern="1200">
        <a:solidFill>
          <a:schemeClr val="tx1"/>
        </a:solidFill>
        <a:latin typeface="Merriweather" pitchFamily="2" charset="77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jp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6.jp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7.jp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dia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" name="Zegelringen" descr="Afbeelding met cirkel, schermopname, astronomie, spiraal&#10;&#10;Door AI gegenereerde inhoud is mogelijk onjuist.">
            <a:extLst>
              <a:ext uri="{FF2B5EF4-FFF2-40B4-BE49-F238E27FC236}">
                <a16:creationId xmlns:a16="http://schemas.microsoft.com/office/drawing/2014/main" id="{A7C30CD9-56A2-3061-334C-CC08D2F4C832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0" y="0"/>
            <a:ext cx="9709265" cy="6858000"/>
          </a:xfrm>
          <a:prstGeom prst="rect">
            <a:avLst/>
          </a:prstGeom>
        </p:spPr>
      </p:pic>
      <p:pic>
        <p:nvPicPr>
          <p:cNvPr id="27" name="Druppel met logo">
            <a:extLst>
              <a:ext uri="{FF2B5EF4-FFF2-40B4-BE49-F238E27FC236}">
                <a16:creationId xmlns:a16="http://schemas.microsoft.com/office/drawing/2014/main" id="{E0CC0575-4598-F485-8168-644E1078CAE1}"/>
              </a:ext>
            </a:extLst>
          </p:cNvPr>
          <p:cNvPicPr>
            <a:picLocks/>
          </p:cNvPicPr>
          <p:nvPr userDrawn="1"/>
        </p:nvPicPr>
        <p:blipFill>
          <a:blip r:embed="rId4"/>
          <a:srcRect/>
          <a:stretch/>
        </p:blipFill>
        <p:spPr>
          <a:xfrm>
            <a:off x="0" y="4933055"/>
            <a:ext cx="4252236" cy="1924945"/>
          </a:xfrm>
          <a:prstGeom prst="rect">
            <a:avLst/>
          </a:prstGeom>
        </p:spPr>
      </p:pic>
      <p:sp>
        <p:nvSpPr>
          <p:cNvPr id="28" name="Instructie">
            <a:extLst>
              <a:ext uri="{FF2B5EF4-FFF2-40B4-BE49-F238E27FC236}">
                <a16:creationId xmlns:a16="http://schemas.microsoft.com/office/drawing/2014/main" id="{765CD649-A938-4483-40C4-3EA138452144}"/>
              </a:ext>
            </a:extLst>
          </p:cNvPr>
          <p:cNvSpPr txBox="1">
            <a:spLocks/>
          </p:cNvSpPr>
          <p:nvPr userDrawn="1"/>
        </p:nvSpPr>
        <p:spPr>
          <a:xfrm>
            <a:off x="0" y="-428288"/>
            <a:ext cx="12192000" cy="366424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effectLst/>
        </p:spPr>
        <p:txBody>
          <a:bodyPr wrap="square" lIns="216000" tIns="72000" rIns="216000" bIns="108000" rtlCol="0">
            <a:spAutoFit/>
          </a:bodyPr>
          <a:lstStyle>
            <a:defPPr>
              <a:defRPr lang="nl-NL"/>
            </a:defPPr>
            <a:lvl1pPr marR="0" lvl="0" indent="0" algn="ctr" fontAlgn="auto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200" b="1"/>
            </a:lvl1pPr>
          </a:lstStyle>
          <a:p>
            <a:pPr lvl="0"/>
            <a:r>
              <a:rPr lang="nl-NL" dirty="0"/>
              <a:t>Achtergrondafbeelding plaatsen of veranderen? Druk met de rechtermuisknop op de dia en kies Achtergrond opmaken...  &gt; Opvulling met afbeelding of </a:t>
            </a:r>
            <a:r>
              <a:rPr lang="nl-NL" dirty="0" err="1"/>
              <a:t>bitmappatroon</a:t>
            </a:r>
            <a:r>
              <a:rPr lang="nl-NL" dirty="0"/>
              <a:t>.</a:t>
            </a:r>
            <a:endParaRPr lang="en-US" dirty="0"/>
          </a:p>
        </p:txBody>
      </p:sp>
      <p:sp>
        <p:nvSpPr>
          <p:cNvPr id="5" name="Titel 1">
            <a:extLst>
              <a:ext uri="{FF2B5EF4-FFF2-40B4-BE49-F238E27FC236}">
                <a16:creationId xmlns:a16="http://schemas.microsoft.com/office/drawing/2014/main" id="{9083B8E7-1D38-9C47-013C-F4992CD533C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214991" y="978312"/>
            <a:ext cx="4066784" cy="3286799"/>
          </a:xfrm>
          <a:solidFill>
            <a:srgbClr val="001158"/>
          </a:solidFill>
        </p:spPr>
        <p:txBody>
          <a:bodyPr lIns="432000" rIns="360000" anchor="ctr" anchorCtr="0">
            <a:noAutofit/>
          </a:bodyPr>
          <a:lstStyle>
            <a:lvl1pPr algn="l">
              <a:defRPr sz="3200" b="1" i="0">
                <a:solidFill>
                  <a:schemeClr val="bg1"/>
                </a:solidFill>
                <a:latin typeface="Merriweather" pitchFamily="2" charset="77"/>
              </a:defRPr>
            </a:lvl1pPr>
          </a:lstStyle>
          <a:p>
            <a:endParaRPr lang="nl-NL" dirty="0"/>
          </a:p>
        </p:txBody>
      </p:sp>
      <p:sp>
        <p:nvSpPr>
          <p:cNvPr id="6" name="Ondertitel 2">
            <a:extLst>
              <a:ext uri="{FF2B5EF4-FFF2-40B4-BE49-F238E27FC236}">
                <a16:creationId xmlns:a16="http://schemas.microsoft.com/office/drawing/2014/main" id="{62633FD3-2632-D253-14D8-2DB594162B5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597035" y="3429000"/>
            <a:ext cx="3369628" cy="757020"/>
          </a:xfrm>
        </p:spPr>
        <p:txBody>
          <a:bodyPr vert="horz" lIns="91440" tIns="45720" rIns="91440" bIns="45720" rtlCol="0">
            <a:noAutofit/>
          </a:bodyPr>
          <a:lstStyle>
            <a:lvl1pPr>
              <a:defRPr lang="nl-NL" sz="2200" baseline="0" dirty="0">
                <a:solidFill>
                  <a:srgbClr val="BCD2FF"/>
                </a:solidFill>
                <a:latin typeface="Vestula Pro" panose="020B0A03060302020204" pitchFamily="34" charset="0"/>
              </a:defRPr>
            </a:lvl1pPr>
          </a:lstStyle>
          <a:p>
            <a:pPr marL="0" lvl="0" indent="0">
              <a:buNone/>
            </a:pP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286819307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dia 2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Afbeelding 5" descr="Afbeelding met cirkel&#10;&#10;Door AI gegenereerde inhoud is mogelijk onjuist.">
            <a:extLst>
              <a:ext uri="{FF2B5EF4-FFF2-40B4-BE49-F238E27FC236}">
                <a16:creationId xmlns:a16="http://schemas.microsoft.com/office/drawing/2014/main" id="{05C80E11-D513-E966-CBC3-98D7A8C5E299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0" y="4079"/>
            <a:ext cx="10087784" cy="6858001"/>
          </a:xfrm>
          <a:prstGeom prst="rect">
            <a:avLst/>
          </a:prstGeom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CC688360-AAFE-B0D3-DBB4-B0CFBDFA6C23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ctrTitle"/>
          </p:nvPr>
        </p:nvSpPr>
        <p:spPr>
          <a:xfrm>
            <a:off x="7214991" y="978312"/>
            <a:ext cx="4066784" cy="3286799"/>
          </a:xfrm>
          <a:solidFill>
            <a:srgbClr val="001158"/>
          </a:solidFill>
        </p:spPr>
        <p:txBody>
          <a:bodyPr lIns="432000" rIns="360000" anchor="ctr" anchorCtr="0">
            <a:noAutofit/>
          </a:bodyPr>
          <a:lstStyle>
            <a:lvl1pPr algn="l">
              <a:defRPr sz="3200" b="1" i="0">
                <a:solidFill>
                  <a:schemeClr val="bg1"/>
                </a:solidFill>
                <a:latin typeface="Merriweather" pitchFamily="2" charset="77"/>
              </a:defRPr>
            </a:lvl1pPr>
          </a:lstStyle>
          <a:p>
            <a:endParaRPr lang="nl-NL" dirty="0"/>
          </a:p>
        </p:txBody>
      </p:sp>
      <p:sp>
        <p:nvSpPr>
          <p:cNvPr id="3" name="Ondertitel 2">
            <a:extLst>
              <a:ext uri="{FF2B5EF4-FFF2-40B4-BE49-F238E27FC236}">
                <a16:creationId xmlns:a16="http://schemas.microsoft.com/office/drawing/2014/main" id="{3713051C-B727-8990-F733-2E7ED206749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597035" y="3429000"/>
            <a:ext cx="3369628" cy="757020"/>
          </a:xfrm>
        </p:spPr>
        <p:txBody>
          <a:bodyPr vert="horz" lIns="91440" tIns="45720" rIns="91440" bIns="45720" rtlCol="0">
            <a:noAutofit/>
          </a:bodyPr>
          <a:lstStyle>
            <a:lvl1pPr>
              <a:defRPr lang="nl-NL" sz="2200" baseline="0" dirty="0">
                <a:solidFill>
                  <a:srgbClr val="BCD2FF"/>
                </a:solidFill>
                <a:latin typeface="Vestula Pro" panose="020B0A03060302020204" pitchFamily="34" charset="0"/>
              </a:defRPr>
            </a:lvl1pPr>
          </a:lstStyle>
          <a:p>
            <a:pPr marL="0" lvl="0" indent="0">
              <a:buNone/>
            </a:pPr>
            <a:endParaRPr lang="nl-NL" dirty="0"/>
          </a:p>
        </p:txBody>
      </p:sp>
      <p:pic>
        <p:nvPicPr>
          <p:cNvPr id="7" name="Afbeelding 6">
            <a:extLst>
              <a:ext uri="{FF2B5EF4-FFF2-40B4-BE49-F238E27FC236}">
                <a16:creationId xmlns:a16="http://schemas.microsoft.com/office/drawing/2014/main" id="{01E5F8AE-87B9-9092-E060-12A28E0B2C90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>
          <a:blip r:embed="rId4"/>
          <a:srcRect/>
          <a:stretch/>
        </p:blipFill>
        <p:spPr>
          <a:xfrm>
            <a:off x="0" y="4933055"/>
            <a:ext cx="4252236" cy="1924945"/>
          </a:xfrm>
          <a:prstGeom prst="rect">
            <a:avLst/>
          </a:prstGeom>
        </p:spPr>
      </p:pic>
      <p:sp>
        <p:nvSpPr>
          <p:cNvPr id="12" name="Instructie">
            <a:extLst>
              <a:ext uri="{FF2B5EF4-FFF2-40B4-BE49-F238E27FC236}">
                <a16:creationId xmlns:a16="http://schemas.microsoft.com/office/drawing/2014/main" id="{4AD96448-DA16-1379-2621-87486DF1B081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0" y="-409238"/>
            <a:ext cx="12192000" cy="366424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effectLst/>
        </p:spPr>
        <p:txBody>
          <a:bodyPr wrap="square" lIns="216000" tIns="72000" rIns="216000" bIns="108000" rtlCol="0">
            <a:spAutoFit/>
          </a:bodyPr>
          <a:lstStyle>
            <a:defPPr>
              <a:defRPr lang="nl-NL"/>
            </a:defPPr>
            <a:lvl1pPr marR="0" lvl="0" indent="0" algn="ctr" fontAlgn="auto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200" b="1"/>
            </a:lvl1pPr>
          </a:lstStyle>
          <a:p>
            <a:pPr lvl="0"/>
            <a:r>
              <a:rPr lang="nl-NL" dirty="0"/>
              <a:t>Achtergrondafbeelding plaatsen of veranderen? Druk met de rechtermuisknop op de dia en kies Achtergrond opmaken...  &gt; Opvulling met afbeelding of </a:t>
            </a:r>
            <a:r>
              <a:rPr lang="nl-NL" dirty="0" err="1"/>
              <a:t>bitmappatroon</a:t>
            </a:r>
            <a:r>
              <a:rPr lang="nl-NL" dirty="0"/>
              <a:t>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2865191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dia 3">
    <p:bg>
      <p:bgPr>
        <a:solidFill>
          <a:srgbClr val="00115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ndertitel">
            <a:extLst>
              <a:ext uri="{FF2B5EF4-FFF2-40B4-BE49-F238E27FC236}">
                <a16:creationId xmlns:a16="http://schemas.microsoft.com/office/drawing/2014/main" id="{3713051C-B727-8990-F733-2E7ED206749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830415" y="4141700"/>
            <a:ext cx="6712642" cy="757020"/>
          </a:xfrm>
        </p:spPr>
        <p:txBody>
          <a:bodyPr vert="horz" lIns="91440" tIns="45720" rIns="91440" bIns="45720" rtlCol="0">
            <a:noAutofit/>
          </a:bodyPr>
          <a:lstStyle>
            <a:lvl1pPr>
              <a:defRPr lang="nl-NL" sz="2200" baseline="0" dirty="0">
                <a:solidFill>
                  <a:srgbClr val="BCD2FF"/>
                </a:solidFill>
                <a:latin typeface="Vestula Pro" panose="020B0A03060302020204" pitchFamily="34" charset="0"/>
              </a:defRPr>
            </a:lvl1pPr>
          </a:lstStyle>
          <a:p>
            <a:pPr marL="0" lvl="0" indent="0">
              <a:buNone/>
            </a:pPr>
            <a:endParaRPr lang="nl-NL" dirty="0"/>
          </a:p>
        </p:txBody>
      </p:sp>
      <p:sp>
        <p:nvSpPr>
          <p:cNvPr id="2" name="Titel">
            <a:extLst>
              <a:ext uri="{FF2B5EF4-FFF2-40B4-BE49-F238E27FC236}">
                <a16:creationId xmlns:a16="http://schemas.microsoft.com/office/drawing/2014/main" id="{CC688360-AAFE-B0D3-DBB4-B0CFBDFA6C2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468913" y="1476456"/>
            <a:ext cx="9435647" cy="2334682"/>
          </a:xfrm>
          <a:solidFill>
            <a:srgbClr val="001158">
              <a:alpha val="0"/>
            </a:srgbClr>
          </a:solidFill>
        </p:spPr>
        <p:txBody>
          <a:bodyPr lIns="432000" rIns="360000" anchor="ctr" anchorCtr="0">
            <a:noAutofit/>
          </a:bodyPr>
          <a:lstStyle>
            <a:lvl1pPr algn="ctr">
              <a:defRPr sz="4000" b="1" i="0">
                <a:solidFill>
                  <a:schemeClr val="bg1"/>
                </a:solidFill>
                <a:latin typeface="Merriweather" pitchFamily="2" charset="77"/>
              </a:defRPr>
            </a:lvl1pPr>
          </a:lstStyle>
          <a:p>
            <a:endParaRPr lang="nl-NL" dirty="0"/>
          </a:p>
        </p:txBody>
      </p:sp>
      <p:pic>
        <p:nvPicPr>
          <p:cNvPr id="6" name="Druppel met logo">
            <a:extLst>
              <a:ext uri="{FF2B5EF4-FFF2-40B4-BE49-F238E27FC236}">
                <a16:creationId xmlns:a16="http://schemas.microsoft.com/office/drawing/2014/main" id="{8C0203C1-B82B-E452-14BF-ABA928B00575}"/>
              </a:ext>
            </a:extLst>
          </p:cNvPr>
          <p:cNvPicPr>
            <a:picLocks noGrp="1" noRot="1" noMove="1" noResize="1" noEditPoints="1" noAdjustHandles="1" noChangeArrowheads="1" noChangeShapeType="1" noCrop="1"/>
          </p:cNvPicPr>
          <p:nvPr userDrawn="1"/>
        </p:nvPicPr>
        <p:blipFill>
          <a:blip r:embed="rId2"/>
          <a:srcRect/>
          <a:stretch/>
        </p:blipFill>
        <p:spPr>
          <a:xfrm>
            <a:off x="0" y="4933055"/>
            <a:ext cx="4252236" cy="19249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4399016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dia - 06">
    <p:bg>
      <p:bgPr>
        <a:solidFill>
          <a:srgbClr val="BCD2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Afbeelding 5" descr="Afbeelding met cirkel, schermopname, astronomie, spiraal&#10;&#10;Door AI gegenereerde inhoud is mogelijk onjuist.">
            <a:extLst>
              <a:ext uri="{FF2B5EF4-FFF2-40B4-BE49-F238E27FC236}">
                <a16:creationId xmlns:a16="http://schemas.microsoft.com/office/drawing/2014/main" id="{2908ACFD-AF81-A056-8BE0-222185395581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9709265" cy="6858000"/>
          </a:xfrm>
          <a:prstGeom prst="rect">
            <a:avLst/>
          </a:prstGeom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CC688360-AAFE-B0D3-DBB4-B0CFBDFA6C2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940490" y="1003111"/>
            <a:ext cx="6571397" cy="3108278"/>
          </a:xfrm>
          <a:solidFill>
            <a:srgbClr val="001158"/>
          </a:solidFill>
        </p:spPr>
        <p:txBody>
          <a:bodyPr lIns="432000" rIns="360000" anchor="ctr" anchorCtr="0">
            <a:noAutofit/>
          </a:bodyPr>
          <a:lstStyle>
            <a:lvl1pPr algn="l">
              <a:defRPr sz="4000" b="1" i="0">
                <a:solidFill>
                  <a:schemeClr val="bg1"/>
                </a:solidFill>
                <a:latin typeface="Merriweather" pitchFamily="2" charset="77"/>
              </a:defRPr>
            </a:lvl1pPr>
          </a:lstStyle>
          <a:p>
            <a:endParaRPr lang="nl-NL" dirty="0"/>
          </a:p>
        </p:txBody>
      </p:sp>
      <p:sp>
        <p:nvSpPr>
          <p:cNvPr id="3" name="Ondertitel 2">
            <a:extLst>
              <a:ext uri="{FF2B5EF4-FFF2-40B4-BE49-F238E27FC236}">
                <a16:creationId xmlns:a16="http://schemas.microsoft.com/office/drawing/2014/main" id="{3713051C-B727-8990-F733-2E7ED206749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397909" y="3354369"/>
            <a:ext cx="6712642" cy="757020"/>
          </a:xfrm>
        </p:spPr>
        <p:txBody>
          <a:bodyPr vert="horz" lIns="91440" tIns="45720" rIns="91440" bIns="45720" rtlCol="0">
            <a:noAutofit/>
          </a:bodyPr>
          <a:lstStyle>
            <a:lvl1pPr>
              <a:defRPr lang="nl-NL" sz="2200" baseline="0" dirty="0">
                <a:solidFill>
                  <a:srgbClr val="BCD2FF"/>
                </a:solidFill>
                <a:latin typeface="Vestula Pro" panose="020B0A03060302020204" pitchFamily="34" charset="0"/>
              </a:defRPr>
            </a:lvl1pPr>
          </a:lstStyle>
          <a:p>
            <a:pPr marL="0" lvl="0" indent="0">
              <a:buNone/>
            </a:pPr>
            <a:endParaRPr lang="nl-NL" dirty="0"/>
          </a:p>
        </p:txBody>
      </p:sp>
      <p:pic>
        <p:nvPicPr>
          <p:cNvPr id="4" name="Afbeelding 3">
            <a:extLst>
              <a:ext uri="{FF2B5EF4-FFF2-40B4-BE49-F238E27FC236}">
                <a16:creationId xmlns:a16="http://schemas.microsoft.com/office/drawing/2014/main" id="{A881EBF3-16AC-659B-8CC5-1FC02065C92A}"/>
              </a:ext>
            </a:extLst>
          </p:cNvPr>
          <p:cNvPicPr>
            <a:picLocks noGrp="1" noRot="1" noMove="1" noResize="1" noEditPoints="1" noAdjustHandles="1" noChangeArrowheads="1" noChangeShapeType="1" noCrop="1"/>
          </p:cNvPicPr>
          <p:nvPr userDrawn="1"/>
        </p:nvPicPr>
        <p:blipFill>
          <a:blip r:embed="rId3"/>
          <a:srcRect/>
          <a:stretch/>
        </p:blipFill>
        <p:spPr>
          <a:xfrm>
            <a:off x="0" y="4933055"/>
            <a:ext cx="4252236" cy="19249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3426931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dia - 07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C688360-AAFE-B0D3-DBB4-B0CFBDFA6C2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214991" y="978312"/>
            <a:ext cx="4066784" cy="3286799"/>
          </a:xfrm>
          <a:solidFill>
            <a:schemeClr val="bg1"/>
          </a:solidFill>
        </p:spPr>
        <p:txBody>
          <a:bodyPr lIns="432000" rIns="360000" anchor="ctr" anchorCtr="0">
            <a:noAutofit/>
          </a:bodyPr>
          <a:lstStyle>
            <a:lvl1pPr algn="l">
              <a:defRPr sz="4000" b="1" i="0">
                <a:solidFill>
                  <a:srgbClr val="001158"/>
                </a:solidFill>
                <a:latin typeface="Merriweather" pitchFamily="2" charset="77"/>
              </a:defRPr>
            </a:lvl1pPr>
          </a:lstStyle>
          <a:p>
            <a:endParaRPr lang="nl-NL" dirty="0"/>
          </a:p>
        </p:txBody>
      </p:sp>
      <p:sp>
        <p:nvSpPr>
          <p:cNvPr id="3" name="Ondertitel 2">
            <a:extLst>
              <a:ext uri="{FF2B5EF4-FFF2-40B4-BE49-F238E27FC236}">
                <a16:creationId xmlns:a16="http://schemas.microsoft.com/office/drawing/2014/main" id="{3713051C-B727-8990-F733-2E7ED206749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597035" y="3429000"/>
            <a:ext cx="3369628" cy="757020"/>
          </a:xfrm>
        </p:spPr>
        <p:txBody>
          <a:bodyPr>
            <a:normAutofit/>
          </a:bodyPr>
          <a:lstStyle>
            <a:lvl1pPr marL="0" indent="0" algn="l">
              <a:buNone/>
              <a:defRPr sz="2200" b="0" i="0">
                <a:solidFill>
                  <a:srgbClr val="BCD2FF"/>
                </a:solidFill>
                <a:latin typeface="Vestula Pro" panose="020B0A0306030202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endParaRPr lang="nl-NL" dirty="0"/>
          </a:p>
        </p:txBody>
      </p:sp>
      <p:pic>
        <p:nvPicPr>
          <p:cNvPr id="6" name="Afbeelding 5">
            <a:extLst>
              <a:ext uri="{FF2B5EF4-FFF2-40B4-BE49-F238E27FC236}">
                <a16:creationId xmlns:a16="http://schemas.microsoft.com/office/drawing/2014/main" id="{D57582B8-F9AD-C163-1746-34C618EFF176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>
          <a:blip r:embed="rId3"/>
          <a:srcRect/>
          <a:stretch/>
        </p:blipFill>
        <p:spPr>
          <a:xfrm>
            <a:off x="0" y="4933055"/>
            <a:ext cx="4252236" cy="19249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4657023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dia - 08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ndertitel 2">
            <a:extLst>
              <a:ext uri="{FF2B5EF4-FFF2-40B4-BE49-F238E27FC236}">
                <a16:creationId xmlns:a16="http://schemas.microsoft.com/office/drawing/2014/main" id="{3713051C-B727-8990-F733-2E7ED206749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03472" y="2739443"/>
            <a:ext cx="4701338" cy="757020"/>
          </a:xfrm>
        </p:spPr>
        <p:txBody>
          <a:bodyPr>
            <a:normAutofit/>
          </a:bodyPr>
          <a:lstStyle>
            <a:lvl1pPr marL="0" indent="0" algn="l">
              <a:buNone/>
              <a:defRPr sz="2200" b="0" i="0">
                <a:solidFill>
                  <a:schemeClr val="bg1"/>
                </a:solidFill>
                <a:latin typeface="Vestula Pro" panose="020B0A03060302020204" pitchFamily="34" charset="0"/>
                <a:ea typeface="Nirmala UI Semilight" panose="020B0402040204020203" pitchFamily="34" charset="0"/>
                <a:cs typeface="Nirmala UI Semilight" panose="020B0402040204020203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endParaRPr lang="nl-NL" dirty="0"/>
          </a:p>
        </p:txBody>
      </p:sp>
      <p:sp>
        <p:nvSpPr>
          <p:cNvPr id="5" name="Titel 1">
            <a:extLst>
              <a:ext uri="{FF2B5EF4-FFF2-40B4-BE49-F238E27FC236}">
                <a16:creationId xmlns:a16="http://schemas.microsoft.com/office/drawing/2014/main" id="{A8C9CA60-5F2B-5C73-D5D1-AAE268CC8C4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03472" y="368504"/>
            <a:ext cx="4701339" cy="2305077"/>
          </a:xfrm>
          <a:noFill/>
        </p:spPr>
        <p:txBody>
          <a:bodyPr lIns="72000" rIns="360000" anchor="b" anchorCtr="0">
            <a:noAutofit/>
          </a:bodyPr>
          <a:lstStyle>
            <a:lvl1pPr algn="l">
              <a:defRPr sz="4000" b="1" i="0">
                <a:solidFill>
                  <a:srgbClr val="BCD2FF"/>
                </a:solidFill>
                <a:latin typeface="Merriweather" pitchFamily="2" charset="77"/>
              </a:defRPr>
            </a:lvl1pPr>
          </a:lstStyle>
          <a:p>
            <a:endParaRPr lang="nl-NL" dirty="0"/>
          </a:p>
        </p:txBody>
      </p:sp>
      <p:pic>
        <p:nvPicPr>
          <p:cNvPr id="6" name="Afbeelding 5">
            <a:extLst>
              <a:ext uri="{FF2B5EF4-FFF2-40B4-BE49-F238E27FC236}">
                <a16:creationId xmlns:a16="http://schemas.microsoft.com/office/drawing/2014/main" id="{E5EB9261-83CA-EE7C-C957-7802C3E9CA12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>
          <a:blip r:embed="rId3"/>
          <a:srcRect/>
          <a:stretch/>
        </p:blipFill>
        <p:spPr>
          <a:xfrm>
            <a:off x="0" y="4932000"/>
            <a:ext cx="4252236" cy="19249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3578222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eldia - 11">
    <p:bg>
      <p:bgPr>
        <a:solidFill>
          <a:srgbClr val="00115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jdelijke aanduiding voor afbeelding 6">
            <a:extLst>
              <a:ext uri="{FF2B5EF4-FFF2-40B4-BE49-F238E27FC236}">
                <a16:creationId xmlns:a16="http://schemas.microsoft.com/office/drawing/2014/main" id="{30989C73-BE72-9B8E-748B-D539A67AC6F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11686"/>
            <a:ext cx="6096000" cy="6858000"/>
          </a:xfrm>
          <a:custGeom>
            <a:avLst/>
            <a:gdLst>
              <a:gd name="connsiteX0" fmla="*/ 441972 w 3648853"/>
              <a:gd name="connsiteY0" fmla="*/ 0 h 6864136"/>
              <a:gd name="connsiteX1" fmla="*/ 3498385 w 3648853"/>
              <a:gd name="connsiteY1" fmla="*/ 6137 h 6864136"/>
              <a:gd name="connsiteX2" fmla="*/ 3648853 w 3648853"/>
              <a:gd name="connsiteY2" fmla="*/ 6864136 h 6864136"/>
              <a:gd name="connsiteX3" fmla="*/ 3218776 w 3648853"/>
              <a:gd name="connsiteY3" fmla="*/ 6863314 h 6864136"/>
              <a:gd name="connsiteX4" fmla="*/ 3052637 w 3648853"/>
              <a:gd name="connsiteY4" fmla="*/ 6586111 h 6864136"/>
              <a:gd name="connsiteX5" fmla="*/ 3068801 w 3648853"/>
              <a:gd name="connsiteY5" fmla="*/ 6137 h 6864136"/>
              <a:gd name="connsiteX6" fmla="*/ 441972 w 3648853"/>
              <a:gd name="connsiteY6" fmla="*/ 863 h 6864136"/>
              <a:gd name="connsiteX7" fmla="*/ 3183 w 3648853"/>
              <a:gd name="connsiteY7" fmla="*/ 0 h 6864136"/>
              <a:gd name="connsiteX8" fmla="*/ 3059596 w 3648853"/>
              <a:gd name="connsiteY8" fmla="*/ 6137 h 6864136"/>
              <a:gd name="connsiteX9" fmla="*/ 3210064 w 3648853"/>
              <a:gd name="connsiteY9" fmla="*/ 6864136 h 6864136"/>
              <a:gd name="connsiteX10" fmla="*/ 0 w 3648853"/>
              <a:gd name="connsiteY10" fmla="*/ 6858000 h 6864136"/>
              <a:gd name="connsiteX0" fmla="*/ 785639 w 3648853"/>
              <a:gd name="connsiteY0" fmla="*/ 6137 h 6864136"/>
              <a:gd name="connsiteX1" fmla="*/ 3498385 w 3648853"/>
              <a:gd name="connsiteY1" fmla="*/ 6137 h 6864136"/>
              <a:gd name="connsiteX2" fmla="*/ 3648853 w 3648853"/>
              <a:gd name="connsiteY2" fmla="*/ 6864136 h 6864136"/>
              <a:gd name="connsiteX3" fmla="*/ 3218776 w 3648853"/>
              <a:gd name="connsiteY3" fmla="*/ 6863314 h 6864136"/>
              <a:gd name="connsiteX4" fmla="*/ 3052637 w 3648853"/>
              <a:gd name="connsiteY4" fmla="*/ 6586111 h 6864136"/>
              <a:gd name="connsiteX5" fmla="*/ 3068801 w 3648853"/>
              <a:gd name="connsiteY5" fmla="*/ 6137 h 6864136"/>
              <a:gd name="connsiteX6" fmla="*/ 441972 w 3648853"/>
              <a:gd name="connsiteY6" fmla="*/ 863 h 6864136"/>
              <a:gd name="connsiteX7" fmla="*/ 785639 w 3648853"/>
              <a:gd name="connsiteY7" fmla="*/ 6137 h 6864136"/>
              <a:gd name="connsiteX8" fmla="*/ 3183 w 3648853"/>
              <a:gd name="connsiteY8" fmla="*/ 0 h 6864136"/>
              <a:gd name="connsiteX9" fmla="*/ 3059596 w 3648853"/>
              <a:gd name="connsiteY9" fmla="*/ 6137 h 6864136"/>
              <a:gd name="connsiteX10" fmla="*/ 3210064 w 3648853"/>
              <a:gd name="connsiteY10" fmla="*/ 6864136 h 6864136"/>
              <a:gd name="connsiteX11" fmla="*/ 0 w 3648853"/>
              <a:gd name="connsiteY11" fmla="*/ 6858000 h 6864136"/>
              <a:gd name="connsiteX12" fmla="*/ 3183 w 3648853"/>
              <a:gd name="connsiteY12" fmla="*/ 0 h 6864136"/>
              <a:gd name="connsiteX0" fmla="*/ 785639 w 3648853"/>
              <a:gd name="connsiteY0" fmla="*/ 6137 h 6864136"/>
              <a:gd name="connsiteX1" fmla="*/ 3498385 w 3648853"/>
              <a:gd name="connsiteY1" fmla="*/ 6137 h 6864136"/>
              <a:gd name="connsiteX2" fmla="*/ 3648853 w 3648853"/>
              <a:gd name="connsiteY2" fmla="*/ 6864136 h 6864136"/>
              <a:gd name="connsiteX3" fmla="*/ 3218776 w 3648853"/>
              <a:gd name="connsiteY3" fmla="*/ 6863314 h 6864136"/>
              <a:gd name="connsiteX4" fmla="*/ 3052637 w 3648853"/>
              <a:gd name="connsiteY4" fmla="*/ 6586111 h 6864136"/>
              <a:gd name="connsiteX5" fmla="*/ 3068801 w 3648853"/>
              <a:gd name="connsiteY5" fmla="*/ 6137 h 6864136"/>
              <a:gd name="connsiteX6" fmla="*/ 669038 w 3648853"/>
              <a:gd name="connsiteY6" fmla="*/ 13137 h 6864136"/>
              <a:gd name="connsiteX7" fmla="*/ 785639 w 3648853"/>
              <a:gd name="connsiteY7" fmla="*/ 6137 h 6864136"/>
              <a:gd name="connsiteX8" fmla="*/ 3183 w 3648853"/>
              <a:gd name="connsiteY8" fmla="*/ 0 h 6864136"/>
              <a:gd name="connsiteX9" fmla="*/ 3059596 w 3648853"/>
              <a:gd name="connsiteY9" fmla="*/ 6137 h 6864136"/>
              <a:gd name="connsiteX10" fmla="*/ 3210064 w 3648853"/>
              <a:gd name="connsiteY10" fmla="*/ 6864136 h 6864136"/>
              <a:gd name="connsiteX11" fmla="*/ 0 w 3648853"/>
              <a:gd name="connsiteY11" fmla="*/ 6858000 h 6864136"/>
              <a:gd name="connsiteX12" fmla="*/ 3183 w 3648853"/>
              <a:gd name="connsiteY12" fmla="*/ 0 h 6864136"/>
              <a:gd name="connsiteX0" fmla="*/ 785639 w 3648853"/>
              <a:gd name="connsiteY0" fmla="*/ 6137 h 6864136"/>
              <a:gd name="connsiteX1" fmla="*/ 3498385 w 3648853"/>
              <a:gd name="connsiteY1" fmla="*/ 6137 h 6864136"/>
              <a:gd name="connsiteX2" fmla="*/ 3648853 w 3648853"/>
              <a:gd name="connsiteY2" fmla="*/ 6864136 h 6864136"/>
              <a:gd name="connsiteX3" fmla="*/ 3218776 w 3648853"/>
              <a:gd name="connsiteY3" fmla="*/ 6863314 h 6864136"/>
              <a:gd name="connsiteX4" fmla="*/ 3052637 w 3648853"/>
              <a:gd name="connsiteY4" fmla="*/ 6586111 h 6864136"/>
              <a:gd name="connsiteX5" fmla="*/ 3068801 w 3648853"/>
              <a:gd name="connsiteY5" fmla="*/ 6137 h 6864136"/>
              <a:gd name="connsiteX6" fmla="*/ 669038 w 3648853"/>
              <a:gd name="connsiteY6" fmla="*/ 13137 h 6864136"/>
              <a:gd name="connsiteX7" fmla="*/ 785639 w 3648853"/>
              <a:gd name="connsiteY7" fmla="*/ 6137 h 6864136"/>
              <a:gd name="connsiteX8" fmla="*/ 371398 w 3648853"/>
              <a:gd name="connsiteY8" fmla="*/ 0 h 6864136"/>
              <a:gd name="connsiteX9" fmla="*/ 3059596 w 3648853"/>
              <a:gd name="connsiteY9" fmla="*/ 6137 h 6864136"/>
              <a:gd name="connsiteX10" fmla="*/ 3210064 w 3648853"/>
              <a:gd name="connsiteY10" fmla="*/ 6864136 h 6864136"/>
              <a:gd name="connsiteX11" fmla="*/ 0 w 3648853"/>
              <a:gd name="connsiteY11" fmla="*/ 6858000 h 6864136"/>
              <a:gd name="connsiteX12" fmla="*/ 371398 w 3648853"/>
              <a:gd name="connsiteY12" fmla="*/ 0 h 6864136"/>
              <a:gd name="connsiteX0" fmla="*/ 785639 w 3648853"/>
              <a:gd name="connsiteY0" fmla="*/ 0 h 6857999"/>
              <a:gd name="connsiteX1" fmla="*/ 3498385 w 3648853"/>
              <a:gd name="connsiteY1" fmla="*/ 0 h 6857999"/>
              <a:gd name="connsiteX2" fmla="*/ 3648853 w 3648853"/>
              <a:gd name="connsiteY2" fmla="*/ 6857999 h 6857999"/>
              <a:gd name="connsiteX3" fmla="*/ 3218776 w 3648853"/>
              <a:gd name="connsiteY3" fmla="*/ 6857177 h 6857999"/>
              <a:gd name="connsiteX4" fmla="*/ 3052637 w 3648853"/>
              <a:gd name="connsiteY4" fmla="*/ 6579974 h 6857999"/>
              <a:gd name="connsiteX5" fmla="*/ 3068801 w 3648853"/>
              <a:gd name="connsiteY5" fmla="*/ 0 h 6857999"/>
              <a:gd name="connsiteX6" fmla="*/ 669038 w 3648853"/>
              <a:gd name="connsiteY6" fmla="*/ 7000 h 6857999"/>
              <a:gd name="connsiteX7" fmla="*/ 785639 w 3648853"/>
              <a:gd name="connsiteY7" fmla="*/ 0 h 6857999"/>
              <a:gd name="connsiteX8" fmla="*/ 487999 w 3648853"/>
              <a:gd name="connsiteY8" fmla="*/ 6137 h 6857999"/>
              <a:gd name="connsiteX9" fmla="*/ 3059596 w 3648853"/>
              <a:gd name="connsiteY9" fmla="*/ 0 h 6857999"/>
              <a:gd name="connsiteX10" fmla="*/ 3210064 w 3648853"/>
              <a:gd name="connsiteY10" fmla="*/ 6857999 h 6857999"/>
              <a:gd name="connsiteX11" fmla="*/ 0 w 3648853"/>
              <a:gd name="connsiteY11" fmla="*/ 6851863 h 6857999"/>
              <a:gd name="connsiteX12" fmla="*/ 487999 w 3648853"/>
              <a:gd name="connsiteY12" fmla="*/ 6137 h 6857999"/>
              <a:gd name="connsiteX0" fmla="*/ 785639 w 3648853"/>
              <a:gd name="connsiteY0" fmla="*/ 0 h 6857999"/>
              <a:gd name="connsiteX1" fmla="*/ 3498385 w 3648853"/>
              <a:gd name="connsiteY1" fmla="*/ 0 h 6857999"/>
              <a:gd name="connsiteX2" fmla="*/ 3648853 w 3648853"/>
              <a:gd name="connsiteY2" fmla="*/ 6857999 h 6857999"/>
              <a:gd name="connsiteX3" fmla="*/ 3218776 w 3648853"/>
              <a:gd name="connsiteY3" fmla="*/ 6857177 h 6857999"/>
              <a:gd name="connsiteX4" fmla="*/ 3052637 w 3648853"/>
              <a:gd name="connsiteY4" fmla="*/ 6579974 h 6857999"/>
              <a:gd name="connsiteX5" fmla="*/ 3068801 w 3648853"/>
              <a:gd name="connsiteY5" fmla="*/ 0 h 6857999"/>
              <a:gd name="connsiteX6" fmla="*/ 669038 w 3648853"/>
              <a:gd name="connsiteY6" fmla="*/ 7000 h 6857999"/>
              <a:gd name="connsiteX7" fmla="*/ 785639 w 3648853"/>
              <a:gd name="connsiteY7" fmla="*/ 0 h 6857999"/>
              <a:gd name="connsiteX8" fmla="*/ 438904 w 3648853"/>
              <a:gd name="connsiteY8" fmla="*/ 6137 h 6857999"/>
              <a:gd name="connsiteX9" fmla="*/ 3059596 w 3648853"/>
              <a:gd name="connsiteY9" fmla="*/ 0 h 6857999"/>
              <a:gd name="connsiteX10" fmla="*/ 3210064 w 3648853"/>
              <a:gd name="connsiteY10" fmla="*/ 6857999 h 6857999"/>
              <a:gd name="connsiteX11" fmla="*/ 0 w 3648853"/>
              <a:gd name="connsiteY11" fmla="*/ 6851863 h 6857999"/>
              <a:gd name="connsiteX12" fmla="*/ 438904 w 3648853"/>
              <a:gd name="connsiteY12" fmla="*/ 6137 h 6857999"/>
              <a:gd name="connsiteX0" fmla="*/ 346735 w 3209949"/>
              <a:gd name="connsiteY0" fmla="*/ 0 h 6857999"/>
              <a:gd name="connsiteX1" fmla="*/ 3059481 w 3209949"/>
              <a:gd name="connsiteY1" fmla="*/ 0 h 6857999"/>
              <a:gd name="connsiteX2" fmla="*/ 3209949 w 3209949"/>
              <a:gd name="connsiteY2" fmla="*/ 6857999 h 6857999"/>
              <a:gd name="connsiteX3" fmla="*/ 2779872 w 3209949"/>
              <a:gd name="connsiteY3" fmla="*/ 6857177 h 6857999"/>
              <a:gd name="connsiteX4" fmla="*/ 2613733 w 3209949"/>
              <a:gd name="connsiteY4" fmla="*/ 6579974 h 6857999"/>
              <a:gd name="connsiteX5" fmla="*/ 2629897 w 3209949"/>
              <a:gd name="connsiteY5" fmla="*/ 0 h 6857999"/>
              <a:gd name="connsiteX6" fmla="*/ 230134 w 3209949"/>
              <a:gd name="connsiteY6" fmla="*/ 7000 h 6857999"/>
              <a:gd name="connsiteX7" fmla="*/ 346735 w 3209949"/>
              <a:gd name="connsiteY7" fmla="*/ 0 h 6857999"/>
              <a:gd name="connsiteX8" fmla="*/ 0 w 3209949"/>
              <a:gd name="connsiteY8" fmla="*/ 6137 h 6857999"/>
              <a:gd name="connsiteX9" fmla="*/ 2620692 w 3209949"/>
              <a:gd name="connsiteY9" fmla="*/ 0 h 6857999"/>
              <a:gd name="connsiteX10" fmla="*/ 2771160 w 3209949"/>
              <a:gd name="connsiteY10" fmla="*/ 6857999 h 6857999"/>
              <a:gd name="connsiteX11" fmla="*/ 2954 w 3209949"/>
              <a:gd name="connsiteY11" fmla="*/ 6845726 h 6857999"/>
              <a:gd name="connsiteX12" fmla="*/ 0 w 3209949"/>
              <a:gd name="connsiteY12" fmla="*/ 6137 h 6857999"/>
              <a:gd name="connsiteX0" fmla="*/ 346735 w 3209949"/>
              <a:gd name="connsiteY0" fmla="*/ 0 h 6864137"/>
              <a:gd name="connsiteX1" fmla="*/ 3059481 w 3209949"/>
              <a:gd name="connsiteY1" fmla="*/ 0 h 6864137"/>
              <a:gd name="connsiteX2" fmla="*/ 3209949 w 3209949"/>
              <a:gd name="connsiteY2" fmla="*/ 6857999 h 6864137"/>
              <a:gd name="connsiteX3" fmla="*/ 2779872 w 3209949"/>
              <a:gd name="connsiteY3" fmla="*/ 6857177 h 6864137"/>
              <a:gd name="connsiteX4" fmla="*/ 2613733 w 3209949"/>
              <a:gd name="connsiteY4" fmla="*/ 6579974 h 6864137"/>
              <a:gd name="connsiteX5" fmla="*/ 2629897 w 3209949"/>
              <a:gd name="connsiteY5" fmla="*/ 0 h 6864137"/>
              <a:gd name="connsiteX6" fmla="*/ 230134 w 3209949"/>
              <a:gd name="connsiteY6" fmla="*/ 7000 h 6864137"/>
              <a:gd name="connsiteX7" fmla="*/ 346735 w 3209949"/>
              <a:gd name="connsiteY7" fmla="*/ 0 h 6864137"/>
              <a:gd name="connsiteX8" fmla="*/ 0 w 3209949"/>
              <a:gd name="connsiteY8" fmla="*/ 6137 h 6864137"/>
              <a:gd name="connsiteX9" fmla="*/ 2620692 w 3209949"/>
              <a:gd name="connsiteY9" fmla="*/ 0 h 6864137"/>
              <a:gd name="connsiteX10" fmla="*/ 2771160 w 3209949"/>
              <a:gd name="connsiteY10" fmla="*/ 6857999 h 6864137"/>
              <a:gd name="connsiteX11" fmla="*/ 2954 w 3209949"/>
              <a:gd name="connsiteY11" fmla="*/ 6864137 h 6864137"/>
              <a:gd name="connsiteX12" fmla="*/ 0 w 3209949"/>
              <a:gd name="connsiteY12" fmla="*/ 6137 h 6864137"/>
              <a:gd name="connsiteX0" fmla="*/ 3255632 w 6118846"/>
              <a:gd name="connsiteY0" fmla="*/ 0 h 6864137"/>
              <a:gd name="connsiteX1" fmla="*/ 5968378 w 6118846"/>
              <a:gd name="connsiteY1" fmla="*/ 0 h 6864137"/>
              <a:gd name="connsiteX2" fmla="*/ 6118846 w 6118846"/>
              <a:gd name="connsiteY2" fmla="*/ 6857999 h 6864137"/>
              <a:gd name="connsiteX3" fmla="*/ 5688769 w 6118846"/>
              <a:gd name="connsiteY3" fmla="*/ 6857177 h 6864137"/>
              <a:gd name="connsiteX4" fmla="*/ 5522630 w 6118846"/>
              <a:gd name="connsiteY4" fmla="*/ 6579974 h 6864137"/>
              <a:gd name="connsiteX5" fmla="*/ 5538794 w 6118846"/>
              <a:gd name="connsiteY5" fmla="*/ 0 h 6864137"/>
              <a:gd name="connsiteX6" fmla="*/ 3139031 w 6118846"/>
              <a:gd name="connsiteY6" fmla="*/ 7000 h 6864137"/>
              <a:gd name="connsiteX7" fmla="*/ 3255632 w 6118846"/>
              <a:gd name="connsiteY7" fmla="*/ 0 h 6864137"/>
              <a:gd name="connsiteX8" fmla="*/ 0 w 6118846"/>
              <a:gd name="connsiteY8" fmla="*/ 0 h 6864137"/>
              <a:gd name="connsiteX9" fmla="*/ 5529589 w 6118846"/>
              <a:gd name="connsiteY9" fmla="*/ 0 h 6864137"/>
              <a:gd name="connsiteX10" fmla="*/ 5680057 w 6118846"/>
              <a:gd name="connsiteY10" fmla="*/ 6857999 h 6864137"/>
              <a:gd name="connsiteX11" fmla="*/ 2911851 w 6118846"/>
              <a:gd name="connsiteY11" fmla="*/ 6864137 h 6864137"/>
              <a:gd name="connsiteX12" fmla="*/ 0 w 6118846"/>
              <a:gd name="connsiteY12" fmla="*/ 0 h 6864137"/>
              <a:gd name="connsiteX0" fmla="*/ 3255632 w 6118846"/>
              <a:gd name="connsiteY0" fmla="*/ 0 h 6870273"/>
              <a:gd name="connsiteX1" fmla="*/ 5968378 w 6118846"/>
              <a:gd name="connsiteY1" fmla="*/ 0 h 6870273"/>
              <a:gd name="connsiteX2" fmla="*/ 6118846 w 6118846"/>
              <a:gd name="connsiteY2" fmla="*/ 6857999 h 6870273"/>
              <a:gd name="connsiteX3" fmla="*/ 5688769 w 6118846"/>
              <a:gd name="connsiteY3" fmla="*/ 6857177 h 6870273"/>
              <a:gd name="connsiteX4" fmla="*/ 5522630 w 6118846"/>
              <a:gd name="connsiteY4" fmla="*/ 6579974 h 6870273"/>
              <a:gd name="connsiteX5" fmla="*/ 5538794 w 6118846"/>
              <a:gd name="connsiteY5" fmla="*/ 0 h 6870273"/>
              <a:gd name="connsiteX6" fmla="*/ 3139031 w 6118846"/>
              <a:gd name="connsiteY6" fmla="*/ 7000 h 6870273"/>
              <a:gd name="connsiteX7" fmla="*/ 3255632 w 6118846"/>
              <a:gd name="connsiteY7" fmla="*/ 0 h 6870273"/>
              <a:gd name="connsiteX8" fmla="*/ 0 w 6118846"/>
              <a:gd name="connsiteY8" fmla="*/ 0 h 6870273"/>
              <a:gd name="connsiteX9" fmla="*/ 5529589 w 6118846"/>
              <a:gd name="connsiteY9" fmla="*/ 0 h 6870273"/>
              <a:gd name="connsiteX10" fmla="*/ 5680057 w 6118846"/>
              <a:gd name="connsiteY10" fmla="*/ 6857999 h 6870273"/>
              <a:gd name="connsiteX11" fmla="*/ 21365 w 6118846"/>
              <a:gd name="connsiteY11" fmla="*/ 6870273 h 6870273"/>
              <a:gd name="connsiteX12" fmla="*/ 0 w 6118846"/>
              <a:gd name="connsiteY12" fmla="*/ 0 h 6870273"/>
              <a:gd name="connsiteX0" fmla="*/ 3452013 w 6118846"/>
              <a:gd name="connsiteY0" fmla="*/ 6137 h 6870273"/>
              <a:gd name="connsiteX1" fmla="*/ 5968378 w 6118846"/>
              <a:gd name="connsiteY1" fmla="*/ 0 h 6870273"/>
              <a:gd name="connsiteX2" fmla="*/ 6118846 w 6118846"/>
              <a:gd name="connsiteY2" fmla="*/ 6857999 h 6870273"/>
              <a:gd name="connsiteX3" fmla="*/ 5688769 w 6118846"/>
              <a:gd name="connsiteY3" fmla="*/ 6857177 h 6870273"/>
              <a:gd name="connsiteX4" fmla="*/ 5522630 w 6118846"/>
              <a:gd name="connsiteY4" fmla="*/ 6579974 h 6870273"/>
              <a:gd name="connsiteX5" fmla="*/ 5538794 w 6118846"/>
              <a:gd name="connsiteY5" fmla="*/ 0 h 6870273"/>
              <a:gd name="connsiteX6" fmla="*/ 3139031 w 6118846"/>
              <a:gd name="connsiteY6" fmla="*/ 7000 h 6870273"/>
              <a:gd name="connsiteX7" fmla="*/ 3452013 w 6118846"/>
              <a:gd name="connsiteY7" fmla="*/ 6137 h 6870273"/>
              <a:gd name="connsiteX8" fmla="*/ 0 w 6118846"/>
              <a:gd name="connsiteY8" fmla="*/ 0 h 6870273"/>
              <a:gd name="connsiteX9" fmla="*/ 5529589 w 6118846"/>
              <a:gd name="connsiteY9" fmla="*/ 0 h 6870273"/>
              <a:gd name="connsiteX10" fmla="*/ 5680057 w 6118846"/>
              <a:gd name="connsiteY10" fmla="*/ 6857999 h 6870273"/>
              <a:gd name="connsiteX11" fmla="*/ 21365 w 6118846"/>
              <a:gd name="connsiteY11" fmla="*/ 6870273 h 6870273"/>
              <a:gd name="connsiteX12" fmla="*/ 0 w 6118846"/>
              <a:gd name="connsiteY12" fmla="*/ 0 h 687027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6118846" h="6870273">
                <a:moveTo>
                  <a:pt x="3452013" y="6137"/>
                </a:moveTo>
                <a:lnTo>
                  <a:pt x="5968378" y="0"/>
                </a:lnTo>
                <a:cubicBezTo>
                  <a:pt x="5275968" y="1144534"/>
                  <a:pt x="4252164" y="3884665"/>
                  <a:pt x="6118846" y="6857999"/>
                </a:cubicBezTo>
                <a:lnTo>
                  <a:pt x="5688769" y="6857177"/>
                </a:lnTo>
                <a:lnTo>
                  <a:pt x="5522630" y="6579974"/>
                </a:lnTo>
                <a:cubicBezTo>
                  <a:pt x="3886244" y="3714965"/>
                  <a:pt x="4868022" y="1108768"/>
                  <a:pt x="5538794" y="0"/>
                </a:cubicBezTo>
                <a:lnTo>
                  <a:pt x="3139031" y="7000"/>
                </a:lnTo>
                <a:cubicBezTo>
                  <a:pt x="3139031" y="6712"/>
                  <a:pt x="3452013" y="6425"/>
                  <a:pt x="3452013" y="6137"/>
                </a:cubicBezTo>
                <a:close/>
                <a:moveTo>
                  <a:pt x="0" y="0"/>
                </a:moveTo>
                <a:lnTo>
                  <a:pt x="5529589" y="0"/>
                </a:lnTo>
                <a:cubicBezTo>
                  <a:pt x="4837179" y="1144534"/>
                  <a:pt x="3813375" y="3884665"/>
                  <a:pt x="5680057" y="6857999"/>
                </a:cubicBezTo>
                <a:lnTo>
                  <a:pt x="21365" y="6870273"/>
                </a:lnTo>
                <a:cubicBezTo>
                  <a:pt x="20380" y="4590410"/>
                  <a:pt x="985" y="2279863"/>
                  <a:pt x="0" y="0"/>
                </a:cubicBezTo>
                <a:close/>
              </a:path>
            </a:pathLst>
          </a:custGeom>
          <a:solidFill>
            <a:srgbClr val="BCD2FF"/>
          </a:solidFill>
        </p:spPr>
        <p:txBody>
          <a:bodyPr wrap="square" lIns="0" tIns="2700000" rIns="0" bIns="0" anchor="t" anchorCtr="1">
            <a:noAutofit/>
          </a:bodyPr>
          <a:lstStyle>
            <a:lvl1pPr marL="0" indent="0" algn="ctr">
              <a:buNone/>
              <a:defRPr/>
            </a:lvl1pPr>
          </a:lstStyle>
          <a:p>
            <a:r>
              <a:rPr lang="nl-NL" dirty="0"/>
              <a:t>Voeg eventueel</a:t>
            </a:r>
            <a:br>
              <a:rPr lang="nl-NL" dirty="0"/>
            </a:br>
            <a:r>
              <a:rPr lang="nl-NL" dirty="0"/>
              <a:t>afbeelding in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CC688360-AAFE-B0D3-DBB4-B0CFBDFA6C2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490318" y="368504"/>
            <a:ext cx="5212800" cy="2305077"/>
          </a:xfrm>
          <a:noFill/>
        </p:spPr>
        <p:txBody>
          <a:bodyPr lIns="72000" rIns="360000" anchor="b" anchorCtr="0">
            <a:noAutofit/>
          </a:bodyPr>
          <a:lstStyle>
            <a:lvl1pPr algn="l">
              <a:defRPr sz="4000" b="1" i="0">
                <a:solidFill>
                  <a:schemeClr val="bg1"/>
                </a:solidFill>
                <a:latin typeface="Merriweather" pitchFamily="2" charset="77"/>
              </a:defRPr>
            </a:lvl1pPr>
          </a:lstStyle>
          <a:p>
            <a:endParaRPr lang="nl-NL" dirty="0"/>
          </a:p>
        </p:txBody>
      </p:sp>
      <p:sp>
        <p:nvSpPr>
          <p:cNvPr id="3" name="Ondertitel 2">
            <a:extLst>
              <a:ext uri="{FF2B5EF4-FFF2-40B4-BE49-F238E27FC236}">
                <a16:creationId xmlns:a16="http://schemas.microsoft.com/office/drawing/2014/main" id="{3713051C-B727-8990-F733-2E7ED206749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490317" y="2739443"/>
            <a:ext cx="5212799" cy="757020"/>
          </a:xfrm>
        </p:spPr>
        <p:txBody>
          <a:bodyPr vert="horz" lIns="91440" tIns="45720" rIns="91440" bIns="45720" rtlCol="0">
            <a:noAutofit/>
          </a:bodyPr>
          <a:lstStyle>
            <a:lvl1pPr>
              <a:defRPr lang="nl-NL" sz="2200" baseline="0" dirty="0">
                <a:solidFill>
                  <a:srgbClr val="BCD2FF"/>
                </a:solidFill>
                <a:latin typeface="Vestula Pro" panose="020B0A03060302020204" pitchFamily="34" charset="0"/>
              </a:defRPr>
            </a:lvl1pPr>
          </a:lstStyle>
          <a:p>
            <a:pPr marL="0" lvl="0" indent="0">
              <a:buNone/>
            </a:pP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425954956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Titeldia - 11">
    <p:bg>
      <p:bgPr>
        <a:solidFill>
          <a:srgbClr val="00115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jdelijke aanduiding voor afbeelding 6">
            <a:extLst>
              <a:ext uri="{FF2B5EF4-FFF2-40B4-BE49-F238E27FC236}">
                <a16:creationId xmlns:a16="http://schemas.microsoft.com/office/drawing/2014/main" id="{30989C73-BE72-9B8E-748B-D539A67AC6F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11686"/>
            <a:ext cx="6096000" cy="6858000"/>
          </a:xfrm>
          <a:custGeom>
            <a:avLst/>
            <a:gdLst>
              <a:gd name="connsiteX0" fmla="*/ 441972 w 3648853"/>
              <a:gd name="connsiteY0" fmla="*/ 0 h 6864136"/>
              <a:gd name="connsiteX1" fmla="*/ 3498385 w 3648853"/>
              <a:gd name="connsiteY1" fmla="*/ 6137 h 6864136"/>
              <a:gd name="connsiteX2" fmla="*/ 3648853 w 3648853"/>
              <a:gd name="connsiteY2" fmla="*/ 6864136 h 6864136"/>
              <a:gd name="connsiteX3" fmla="*/ 3218776 w 3648853"/>
              <a:gd name="connsiteY3" fmla="*/ 6863314 h 6864136"/>
              <a:gd name="connsiteX4" fmla="*/ 3052637 w 3648853"/>
              <a:gd name="connsiteY4" fmla="*/ 6586111 h 6864136"/>
              <a:gd name="connsiteX5" fmla="*/ 3068801 w 3648853"/>
              <a:gd name="connsiteY5" fmla="*/ 6137 h 6864136"/>
              <a:gd name="connsiteX6" fmla="*/ 441972 w 3648853"/>
              <a:gd name="connsiteY6" fmla="*/ 863 h 6864136"/>
              <a:gd name="connsiteX7" fmla="*/ 3183 w 3648853"/>
              <a:gd name="connsiteY7" fmla="*/ 0 h 6864136"/>
              <a:gd name="connsiteX8" fmla="*/ 3059596 w 3648853"/>
              <a:gd name="connsiteY8" fmla="*/ 6137 h 6864136"/>
              <a:gd name="connsiteX9" fmla="*/ 3210064 w 3648853"/>
              <a:gd name="connsiteY9" fmla="*/ 6864136 h 6864136"/>
              <a:gd name="connsiteX10" fmla="*/ 0 w 3648853"/>
              <a:gd name="connsiteY10" fmla="*/ 6858000 h 6864136"/>
              <a:gd name="connsiteX0" fmla="*/ 785639 w 3648853"/>
              <a:gd name="connsiteY0" fmla="*/ 6137 h 6864136"/>
              <a:gd name="connsiteX1" fmla="*/ 3498385 w 3648853"/>
              <a:gd name="connsiteY1" fmla="*/ 6137 h 6864136"/>
              <a:gd name="connsiteX2" fmla="*/ 3648853 w 3648853"/>
              <a:gd name="connsiteY2" fmla="*/ 6864136 h 6864136"/>
              <a:gd name="connsiteX3" fmla="*/ 3218776 w 3648853"/>
              <a:gd name="connsiteY3" fmla="*/ 6863314 h 6864136"/>
              <a:gd name="connsiteX4" fmla="*/ 3052637 w 3648853"/>
              <a:gd name="connsiteY4" fmla="*/ 6586111 h 6864136"/>
              <a:gd name="connsiteX5" fmla="*/ 3068801 w 3648853"/>
              <a:gd name="connsiteY5" fmla="*/ 6137 h 6864136"/>
              <a:gd name="connsiteX6" fmla="*/ 441972 w 3648853"/>
              <a:gd name="connsiteY6" fmla="*/ 863 h 6864136"/>
              <a:gd name="connsiteX7" fmla="*/ 785639 w 3648853"/>
              <a:gd name="connsiteY7" fmla="*/ 6137 h 6864136"/>
              <a:gd name="connsiteX8" fmla="*/ 3183 w 3648853"/>
              <a:gd name="connsiteY8" fmla="*/ 0 h 6864136"/>
              <a:gd name="connsiteX9" fmla="*/ 3059596 w 3648853"/>
              <a:gd name="connsiteY9" fmla="*/ 6137 h 6864136"/>
              <a:gd name="connsiteX10" fmla="*/ 3210064 w 3648853"/>
              <a:gd name="connsiteY10" fmla="*/ 6864136 h 6864136"/>
              <a:gd name="connsiteX11" fmla="*/ 0 w 3648853"/>
              <a:gd name="connsiteY11" fmla="*/ 6858000 h 6864136"/>
              <a:gd name="connsiteX12" fmla="*/ 3183 w 3648853"/>
              <a:gd name="connsiteY12" fmla="*/ 0 h 6864136"/>
              <a:gd name="connsiteX0" fmla="*/ 785639 w 3648853"/>
              <a:gd name="connsiteY0" fmla="*/ 6137 h 6864136"/>
              <a:gd name="connsiteX1" fmla="*/ 3498385 w 3648853"/>
              <a:gd name="connsiteY1" fmla="*/ 6137 h 6864136"/>
              <a:gd name="connsiteX2" fmla="*/ 3648853 w 3648853"/>
              <a:gd name="connsiteY2" fmla="*/ 6864136 h 6864136"/>
              <a:gd name="connsiteX3" fmla="*/ 3218776 w 3648853"/>
              <a:gd name="connsiteY3" fmla="*/ 6863314 h 6864136"/>
              <a:gd name="connsiteX4" fmla="*/ 3052637 w 3648853"/>
              <a:gd name="connsiteY4" fmla="*/ 6586111 h 6864136"/>
              <a:gd name="connsiteX5" fmla="*/ 3068801 w 3648853"/>
              <a:gd name="connsiteY5" fmla="*/ 6137 h 6864136"/>
              <a:gd name="connsiteX6" fmla="*/ 669038 w 3648853"/>
              <a:gd name="connsiteY6" fmla="*/ 13137 h 6864136"/>
              <a:gd name="connsiteX7" fmla="*/ 785639 w 3648853"/>
              <a:gd name="connsiteY7" fmla="*/ 6137 h 6864136"/>
              <a:gd name="connsiteX8" fmla="*/ 3183 w 3648853"/>
              <a:gd name="connsiteY8" fmla="*/ 0 h 6864136"/>
              <a:gd name="connsiteX9" fmla="*/ 3059596 w 3648853"/>
              <a:gd name="connsiteY9" fmla="*/ 6137 h 6864136"/>
              <a:gd name="connsiteX10" fmla="*/ 3210064 w 3648853"/>
              <a:gd name="connsiteY10" fmla="*/ 6864136 h 6864136"/>
              <a:gd name="connsiteX11" fmla="*/ 0 w 3648853"/>
              <a:gd name="connsiteY11" fmla="*/ 6858000 h 6864136"/>
              <a:gd name="connsiteX12" fmla="*/ 3183 w 3648853"/>
              <a:gd name="connsiteY12" fmla="*/ 0 h 6864136"/>
              <a:gd name="connsiteX0" fmla="*/ 785639 w 3648853"/>
              <a:gd name="connsiteY0" fmla="*/ 6137 h 6864136"/>
              <a:gd name="connsiteX1" fmla="*/ 3498385 w 3648853"/>
              <a:gd name="connsiteY1" fmla="*/ 6137 h 6864136"/>
              <a:gd name="connsiteX2" fmla="*/ 3648853 w 3648853"/>
              <a:gd name="connsiteY2" fmla="*/ 6864136 h 6864136"/>
              <a:gd name="connsiteX3" fmla="*/ 3218776 w 3648853"/>
              <a:gd name="connsiteY3" fmla="*/ 6863314 h 6864136"/>
              <a:gd name="connsiteX4" fmla="*/ 3052637 w 3648853"/>
              <a:gd name="connsiteY4" fmla="*/ 6586111 h 6864136"/>
              <a:gd name="connsiteX5" fmla="*/ 3068801 w 3648853"/>
              <a:gd name="connsiteY5" fmla="*/ 6137 h 6864136"/>
              <a:gd name="connsiteX6" fmla="*/ 669038 w 3648853"/>
              <a:gd name="connsiteY6" fmla="*/ 13137 h 6864136"/>
              <a:gd name="connsiteX7" fmla="*/ 785639 w 3648853"/>
              <a:gd name="connsiteY7" fmla="*/ 6137 h 6864136"/>
              <a:gd name="connsiteX8" fmla="*/ 371398 w 3648853"/>
              <a:gd name="connsiteY8" fmla="*/ 0 h 6864136"/>
              <a:gd name="connsiteX9" fmla="*/ 3059596 w 3648853"/>
              <a:gd name="connsiteY9" fmla="*/ 6137 h 6864136"/>
              <a:gd name="connsiteX10" fmla="*/ 3210064 w 3648853"/>
              <a:gd name="connsiteY10" fmla="*/ 6864136 h 6864136"/>
              <a:gd name="connsiteX11" fmla="*/ 0 w 3648853"/>
              <a:gd name="connsiteY11" fmla="*/ 6858000 h 6864136"/>
              <a:gd name="connsiteX12" fmla="*/ 371398 w 3648853"/>
              <a:gd name="connsiteY12" fmla="*/ 0 h 6864136"/>
              <a:gd name="connsiteX0" fmla="*/ 785639 w 3648853"/>
              <a:gd name="connsiteY0" fmla="*/ 0 h 6857999"/>
              <a:gd name="connsiteX1" fmla="*/ 3498385 w 3648853"/>
              <a:gd name="connsiteY1" fmla="*/ 0 h 6857999"/>
              <a:gd name="connsiteX2" fmla="*/ 3648853 w 3648853"/>
              <a:gd name="connsiteY2" fmla="*/ 6857999 h 6857999"/>
              <a:gd name="connsiteX3" fmla="*/ 3218776 w 3648853"/>
              <a:gd name="connsiteY3" fmla="*/ 6857177 h 6857999"/>
              <a:gd name="connsiteX4" fmla="*/ 3052637 w 3648853"/>
              <a:gd name="connsiteY4" fmla="*/ 6579974 h 6857999"/>
              <a:gd name="connsiteX5" fmla="*/ 3068801 w 3648853"/>
              <a:gd name="connsiteY5" fmla="*/ 0 h 6857999"/>
              <a:gd name="connsiteX6" fmla="*/ 669038 w 3648853"/>
              <a:gd name="connsiteY6" fmla="*/ 7000 h 6857999"/>
              <a:gd name="connsiteX7" fmla="*/ 785639 w 3648853"/>
              <a:gd name="connsiteY7" fmla="*/ 0 h 6857999"/>
              <a:gd name="connsiteX8" fmla="*/ 487999 w 3648853"/>
              <a:gd name="connsiteY8" fmla="*/ 6137 h 6857999"/>
              <a:gd name="connsiteX9" fmla="*/ 3059596 w 3648853"/>
              <a:gd name="connsiteY9" fmla="*/ 0 h 6857999"/>
              <a:gd name="connsiteX10" fmla="*/ 3210064 w 3648853"/>
              <a:gd name="connsiteY10" fmla="*/ 6857999 h 6857999"/>
              <a:gd name="connsiteX11" fmla="*/ 0 w 3648853"/>
              <a:gd name="connsiteY11" fmla="*/ 6851863 h 6857999"/>
              <a:gd name="connsiteX12" fmla="*/ 487999 w 3648853"/>
              <a:gd name="connsiteY12" fmla="*/ 6137 h 6857999"/>
              <a:gd name="connsiteX0" fmla="*/ 785639 w 3648853"/>
              <a:gd name="connsiteY0" fmla="*/ 0 h 6857999"/>
              <a:gd name="connsiteX1" fmla="*/ 3498385 w 3648853"/>
              <a:gd name="connsiteY1" fmla="*/ 0 h 6857999"/>
              <a:gd name="connsiteX2" fmla="*/ 3648853 w 3648853"/>
              <a:gd name="connsiteY2" fmla="*/ 6857999 h 6857999"/>
              <a:gd name="connsiteX3" fmla="*/ 3218776 w 3648853"/>
              <a:gd name="connsiteY3" fmla="*/ 6857177 h 6857999"/>
              <a:gd name="connsiteX4" fmla="*/ 3052637 w 3648853"/>
              <a:gd name="connsiteY4" fmla="*/ 6579974 h 6857999"/>
              <a:gd name="connsiteX5" fmla="*/ 3068801 w 3648853"/>
              <a:gd name="connsiteY5" fmla="*/ 0 h 6857999"/>
              <a:gd name="connsiteX6" fmla="*/ 669038 w 3648853"/>
              <a:gd name="connsiteY6" fmla="*/ 7000 h 6857999"/>
              <a:gd name="connsiteX7" fmla="*/ 785639 w 3648853"/>
              <a:gd name="connsiteY7" fmla="*/ 0 h 6857999"/>
              <a:gd name="connsiteX8" fmla="*/ 438904 w 3648853"/>
              <a:gd name="connsiteY8" fmla="*/ 6137 h 6857999"/>
              <a:gd name="connsiteX9" fmla="*/ 3059596 w 3648853"/>
              <a:gd name="connsiteY9" fmla="*/ 0 h 6857999"/>
              <a:gd name="connsiteX10" fmla="*/ 3210064 w 3648853"/>
              <a:gd name="connsiteY10" fmla="*/ 6857999 h 6857999"/>
              <a:gd name="connsiteX11" fmla="*/ 0 w 3648853"/>
              <a:gd name="connsiteY11" fmla="*/ 6851863 h 6857999"/>
              <a:gd name="connsiteX12" fmla="*/ 438904 w 3648853"/>
              <a:gd name="connsiteY12" fmla="*/ 6137 h 6857999"/>
              <a:gd name="connsiteX0" fmla="*/ 346735 w 3209949"/>
              <a:gd name="connsiteY0" fmla="*/ 0 h 6857999"/>
              <a:gd name="connsiteX1" fmla="*/ 3059481 w 3209949"/>
              <a:gd name="connsiteY1" fmla="*/ 0 h 6857999"/>
              <a:gd name="connsiteX2" fmla="*/ 3209949 w 3209949"/>
              <a:gd name="connsiteY2" fmla="*/ 6857999 h 6857999"/>
              <a:gd name="connsiteX3" fmla="*/ 2779872 w 3209949"/>
              <a:gd name="connsiteY3" fmla="*/ 6857177 h 6857999"/>
              <a:gd name="connsiteX4" fmla="*/ 2613733 w 3209949"/>
              <a:gd name="connsiteY4" fmla="*/ 6579974 h 6857999"/>
              <a:gd name="connsiteX5" fmla="*/ 2629897 w 3209949"/>
              <a:gd name="connsiteY5" fmla="*/ 0 h 6857999"/>
              <a:gd name="connsiteX6" fmla="*/ 230134 w 3209949"/>
              <a:gd name="connsiteY6" fmla="*/ 7000 h 6857999"/>
              <a:gd name="connsiteX7" fmla="*/ 346735 w 3209949"/>
              <a:gd name="connsiteY7" fmla="*/ 0 h 6857999"/>
              <a:gd name="connsiteX8" fmla="*/ 0 w 3209949"/>
              <a:gd name="connsiteY8" fmla="*/ 6137 h 6857999"/>
              <a:gd name="connsiteX9" fmla="*/ 2620692 w 3209949"/>
              <a:gd name="connsiteY9" fmla="*/ 0 h 6857999"/>
              <a:gd name="connsiteX10" fmla="*/ 2771160 w 3209949"/>
              <a:gd name="connsiteY10" fmla="*/ 6857999 h 6857999"/>
              <a:gd name="connsiteX11" fmla="*/ 2954 w 3209949"/>
              <a:gd name="connsiteY11" fmla="*/ 6845726 h 6857999"/>
              <a:gd name="connsiteX12" fmla="*/ 0 w 3209949"/>
              <a:gd name="connsiteY12" fmla="*/ 6137 h 6857999"/>
              <a:gd name="connsiteX0" fmla="*/ 346735 w 3209949"/>
              <a:gd name="connsiteY0" fmla="*/ 0 h 6864137"/>
              <a:gd name="connsiteX1" fmla="*/ 3059481 w 3209949"/>
              <a:gd name="connsiteY1" fmla="*/ 0 h 6864137"/>
              <a:gd name="connsiteX2" fmla="*/ 3209949 w 3209949"/>
              <a:gd name="connsiteY2" fmla="*/ 6857999 h 6864137"/>
              <a:gd name="connsiteX3" fmla="*/ 2779872 w 3209949"/>
              <a:gd name="connsiteY3" fmla="*/ 6857177 h 6864137"/>
              <a:gd name="connsiteX4" fmla="*/ 2613733 w 3209949"/>
              <a:gd name="connsiteY4" fmla="*/ 6579974 h 6864137"/>
              <a:gd name="connsiteX5" fmla="*/ 2629897 w 3209949"/>
              <a:gd name="connsiteY5" fmla="*/ 0 h 6864137"/>
              <a:gd name="connsiteX6" fmla="*/ 230134 w 3209949"/>
              <a:gd name="connsiteY6" fmla="*/ 7000 h 6864137"/>
              <a:gd name="connsiteX7" fmla="*/ 346735 w 3209949"/>
              <a:gd name="connsiteY7" fmla="*/ 0 h 6864137"/>
              <a:gd name="connsiteX8" fmla="*/ 0 w 3209949"/>
              <a:gd name="connsiteY8" fmla="*/ 6137 h 6864137"/>
              <a:gd name="connsiteX9" fmla="*/ 2620692 w 3209949"/>
              <a:gd name="connsiteY9" fmla="*/ 0 h 6864137"/>
              <a:gd name="connsiteX10" fmla="*/ 2771160 w 3209949"/>
              <a:gd name="connsiteY10" fmla="*/ 6857999 h 6864137"/>
              <a:gd name="connsiteX11" fmla="*/ 2954 w 3209949"/>
              <a:gd name="connsiteY11" fmla="*/ 6864137 h 6864137"/>
              <a:gd name="connsiteX12" fmla="*/ 0 w 3209949"/>
              <a:gd name="connsiteY12" fmla="*/ 6137 h 6864137"/>
              <a:gd name="connsiteX0" fmla="*/ 3255632 w 6118846"/>
              <a:gd name="connsiteY0" fmla="*/ 0 h 6864137"/>
              <a:gd name="connsiteX1" fmla="*/ 5968378 w 6118846"/>
              <a:gd name="connsiteY1" fmla="*/ 0 h 6864137"/>
              <a:gd name="connsiteX2" fmla="*/ 6118846 w 6118846"/>
              <a:gd name="connsiteY2" fmla="*/ 6857999 h 6864137"/>
              <a:gd name="connsiteX3" fmla="*/ 5688769 w 6118846"/>
              <a:gd name="connsiteY3" fmla="*/ 6857177 h 6864137"/>
              <a:gd name="connsiteX4" fmla="*/ 5522630 w 6118846"/>
              <a:gd name="connsiteY4" fmla="*/ 6579974 h 6864137"/>
              <a:gd name="connsiteX5" fmla="*/ 5538794 w 6118846"/>
              <a:gd name="connsiteY5" fmla="*/ 0 h 6864137"/>
              <a:gd name="connsiteX6" fmla="*/ 3139031 w 6118846"/>
              <a:gd name="connsiteY6" fmla="*/ 7000 h 6864137"/>
              <a:gd name="connsiteX7" fmla="*/ 3255632 w 6118846"/>
              <a:gd name="connsiteY7" fmla="*/ 0 h 6864137"/>
              <a:gd name="connsiteX8" fmla="*/ 0 w 6118846"/>
              <a:gd name="connsiteY8" fmla="*/ 0 h 6864137"/>
              <a:gd name="connsiteX9" fmla="*/ 5529589 w 6118846"/>
              <a:gd name="connsiteY9" fmla="*/ 0 h 6864137"/>
              <a:gd name="connsiteX10" fmla="*/ 5680057 w 6118846"/>
              <a:gd name="connsiteY10" fmla="*/ 6857999 h 6864137"/>
              <a:gd name="connsiteX11" fmla="*/ 2911851 w 6118846"/>
              <a:gd name="connsiteY11" fmla="*/ 6864137 h 6864137"/>
              <a:gd name="connsiteX12" fmla="*/ 0 w 6118846"/>
              <a:gd name="connsiteY12" fmla="*/ 0 h 6864137"/>
              <a:gd name="connsiteX0" fmla="*/ 3255632 w 6118846"/>
              <a:gd name="connsiteY0" fmla="*/ 0 h 6870273"/>
              <a:gd name="connsiteX1" fmla="*/ 5968378 w 6118846"/>
              <a:gd name="connsiteY1" fmla="*/ 0 h 6870273"/>
              <a:gd name="connsiteX2" fmla="*/ 6118846 w 6118846"/>
              <a:gd name="connsiteY2" fmla="*/ 6857999 h 6870273"/>
              <a:gd name="connsiteX3" fmla="*/ 5688769 w 6118846"/>
              <a:gd name="connsiteY3" fmla="*/ 6857177 h 6870273"/>
              <a:gd name="connsiteX4" fmla="*/ 5522630 w 6118846"/>
              <a:gd name="connsiteY4" fmla="*/ 6579974 h 6870273"/>
              <a:gd name="connsiteX5" fmla="*/ 5538794 w 6118846"/>
              <a:gd name="connsiteY5" fmla="*/ 0 h 6870273"/>
              <a:gd name="connsiteX6" fmla="*/ 3139031 w 6118846"/>
              <a:gd name="connsiteY6" fmla="*/ 7000 h 6870273"/>
              <a:gd name="connsiteX7" fmla="*/ 3255632 w 6118846"/>
              <a:gd name="connsiteY7" fmla="*/ 0 h 6870273"/>
              <a:gd name="connsiteX8" fmla="*/ 0 w 6118846"/>
              <a:gd name="connsiteY8" fmla="*/ 0 h 6870273"/>
              <a:gd name="connsiteX9" fmla="*/ 5529589 w 6118846"/>
              <a:gd name="connsiteY9" fmla="*/ 0 h 6870273"/>
              <a:gd name="connsiteX10" fmla="*/ 5680057 w 6118846"/>
              <a:gd name="connsiteY10" fmla="*/ 6857999 h 6870273"/>
              <a:gd name="connsiteX11" fmla="*/ 21365 w 6118846"/>
              <a:gd name="connsiteY11" fmla="*/ 6870273 h 6870273"/>
              <a:gd name="connsiteX12" fmla="*/ 0 w 6118846"/>
              <a:gd name="connsiteY12" fmla="*/ 0 h 6870273"/>
              <a:gd name="connsiteX0" fmla="*/ 3452013 w 6118846"/>
              <a:gd name="connsiteY0" fmla="*/ 6137 h 6870273"/>
              <a:gd name="connsiteX1" fmla="*/ 5968378 w 6118846"/>
              <a:gd name="connsiteY1" fmla="*/ 0 h 6870273"/>
              <a:gd name="connsiteX2" fmla="*/ 6118846 w 6118846"/>
              <a:gd name="connsiteY2" fmla="*/ 6857999 h 6870273"/>
              <a:gd name="connsiteX3" fmla="*/ 5688769 w 6118846"/>
              <a:gd name="connsiteY3" fmla="*/ 6857177 h 6870273"/>
              <a:gd name="connsiteX4" fmla="*/ 5522630 w 6118846"/>
              <a:gd name="connsiteY4" fmla="*/ 6579974 h 6870273"/>
              <a:gd name="connsiteX5" fmla="*/ 5538794 w 6118846"/>
              <a:gd name="connsiteY5" fmla="*/ 0 h 6870273"/>
              <a:gd name="connsiteX6" fmla="*/ 3139031 w 6118846"/>
              <a:gd name="connsiteY6" fmla="*/ 7000 h 6870273"/>
              <a:gd name="connsiteX7" fmla="*/ 3452013 w 6118846"/>
              <a:gd name="connsiteY7" fmla="*/ 6137 h 6870273"/>
              <a:gd name="connsiteX8" fmla="*/ 0 w 6118846"/>
              <a:gd name="connsiteY8" fmla="*/ 0 h 6870273"/>
              <a:gd name="connsiteX9" fmla="*/ 5529589 w 6118846"/>
              <a:gd name="connsiteY9" fmla="*/ 0 h 6870273"/>
              <a:gd name="connsiteX10" fmla="*/ 5680057 w 6118846"/>
              <a:gd name="connsiteY10" fmla="*/ 6857999 h 6870273"/>
              <a:gd name="connsiteX11" fmla="*/ 21365 w 6118846"/>
              <a:gd name="connsiteY11" fmla="*/ 6870273 h 6870273"/>
              <a:gd name="connsiteX12" fmla="*/ 0 w 6118846"/>
              <a:gd name="connsiteY12" fmla="*/ 0 h 687027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6118846" h="6870273">
                <a:moveTo>
                  <a:pt x="3452013" y="6137"/>
                </a:moveTo>
                <a:lnTo>
                  <a:pt x="5968378" y="0"/>
                </a:lnTo>
                <a:cubicBezTo>
                  <a:pt x="5275968" y="1144534"/>
                  <a:pt x="4252164" y="3884665"/>
                  <a:pt x="6118846" y="6857999"/>
                </a:cubicBezTo>
                <a:lnTo>
                  <a:pt x="5688769" y="6857177"/>
                </a:lnTo>
                <a:lnTo>
                  <a:pt x="5522630" y="6579974"/>
                </a:lnTo>
                <a:cubicBezTo>
                  <a:pt x="3886244" y="3714965"/>
                  <a:pt x="4868022" y="1108768"/>
                  <a:pt x="5538794" y="0"/>
                </a:cubicBezTo>
                <a:lnTo>
                  <a:pt x="3139031" y="7000"/>
                </a:lnTo>
                <a:cubicBezTo>
                  <a:pt x="3139031" y="6712"/>
                  <a:pt x="3452013" y="6425"/>
                  <a:pt x="3452013" y="6137"/>
                </a:cubicBezTo>
                <a:close/>
                <a:moveTo>
                  <a:pt x="0" y="0"/>
                </a:moveTo>
                <a:lnTo>
                  <a:pt x="5529589" y="0"/>
                </a:lnTo>
                <a:cubicBezTo>
                  <a:pt x="4837179" y="1144534"/>
                  <a:pt x="3813375" y="3884665"/>
                  <a:pt x="5680057" y="6857999"/>
                </a:cubicBezTo>
                <a:lnTo>
                  <a:pt x="21365" y="6870273"/>
                </a:lnTo>
                <a:cubicBezTo>
                  <a:pt x="20380" y="4590410"/>
                  <a:pt x="985" y="2279863"/>
                  <a:pt x="0" y="0"/>
                </a:cubicBezTo>
                <a:close/>
              </a:path>
            </a:pathLst>
          </a:custGeom>
          <a:solidFill>
            <a:schemeClr val="bg1"/>
          </a:solidFill>
        </p:spPr>
        <p:txBody>
          <a:bodyPr wrap="square" lIns="0" tIns="2700000" rIns="0" bIns="0" anchor="t" anchorCtr="1">
            <a:noAutofit/>
          </a:bodyPr>
          <a:lstStyle>
            <a:lvl1pPr marL="0" indent="0" algn="ctr">
              <a:buNone/>
              <a:defRPr/>
            </a:lvl1pPr>
          </a:lstStyle>
          <a:p>
            <a:r>
              <a:rPr lang="nl-NL" dirty="0"/>
              <a:t>Voeg eventueel</a:t>
            </a:r>
            <a:br>
              <a:rPr lang="nl-NL" dirty="0"/>
            </a:br>
            <a:r>
              <a:rPr lang="nl-NL" dirty="0"/>
              <a:t>afbeelding in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CC688360-AAFE-B0D3-DBB4-B0CFBDFA6C2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490318" y="368504"/>
            <a:ext cx="5212800" cy="2305077"/>
          </a:xfrm>
          <a:noFill/>
        </p:spPr>
        <p:txBody>
          <a:bodyPr lIns="72000" rIns="360000" anchor="b" anchorCtr="0">
            <a:noAutofit/>
          </a:bodyPr>
          <a:lstStyle>
            <a:lvl1pPr algn="l">
              <a:defRPr sz="4000" b="1" i="0">
                <a:solidFill>
                  <a:schemeClr val="bg1"/>
                </a:solidFill>
                <a:latin typeface="Merriweather" pitchFamily="2" charset="77"/>
              </a:defRPr>
            </a:lvl1pPr>
          </a:lstStyle>
          <a:p>
            <a:endParaRPr lang="nl-NL" dirty="0"/>
          </a:p>
        </p:txBody>
      </p:sp>
      <p:sp>
        <p:nvSpPr>
          <p:cNvPr id="3" name="Ondertitel 2">
            <a:extLst>
              <a:ext uri="{FF2B5EF4-FFF2-40B4-BE49-F238E27FC236}">
                <a16:creationId xmlns:a16="http://schemas.microsoft.com/office/drawing/2014/main" id="{3713051C-B727-8990-F733-2E7ED206749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490317" y="2739443"/>
            <a:ext cx="5212799" cy="757020"/>
          </a:xfrm>
        </p:spPr>
        <p:txBody>
          <a:bodyPr vert="horz" lIns="91440" tIns="45720" rIns="91440" bIns="45720" rtlCol="0">
            <a:noAutofit/>
          </a:bodyPr>
          <a:lstStyle>
            <a:lvl1pPr>
              <a:defRPr lang="nl-NL" sz="2200" baseline="0" dirty="0">
                <a:solidFill>
                  <a:srgbClr val="BCD2FF"/>
                </a:solidFill>
                <a:latin typeface="Vestula Pro" panose="020B0A03060302020204" pitchFamily="34" charset="0"/>
              </a:defRPr>
            </a:lvl1pPr>
          </a:lstStyle>
          <a:p>
            <a:pPr marL="0" lvl="0" indent="0">
              <a:buNone/>
            </a:pP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342336277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dia - 12">
    <p:bg>
      <p:bgPr>
        <a:solidFill>
          <a:srgbClr val="BCD2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C688360-AAFE-B0D3-DBB4-B0CFBDFA6C2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490318" y="368504"/>
            <a:ext cx="5212800" cy="2305077"/>
          </a:xfrm>
          <a:noFill/>
        </p:spPr>
        <p:txBody>
          <a:bodyPr lIns="72000" rIns="360000" anchor="b" anchorCtr="0">
            <a:noAutofit/>
          </a:bodyPr>
          <a:lstStyle>
            <a:lvl1pPr algn="l">
              <a:defRPr sz="4000" b="1" i="0">
                <a:solidFill>
                  <a:srgbClr val="001158"/>
                </a:solidFill>
                <a:latin typeface="Merriweather" pitchFamily="2" charset="77"/>
              </a:defRPr>
            </a:lvl1pPr>
          </a:lstStyle>
          <a:p>
            <a:endParaRPr lang="nl-NL" dirty="0"/>
          </a:p>
        </p:txBody>
      </p:sp>
      <p:sp>
        <p:nvSpPr>
          <p:cNvPr id="3" name="Ondertitel 2">
            <a:extLst>
              <a:ext uri="{FF2B5EF4-FFF2-40B4-BE49-F238E27FC236}">
                <a16:creationId xmlns:a16="http://schemas.microsoft.com/office/drawing/2014/main" id="{3713051C-B727-8990-F733-2E7ED206749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490317" y="2739443"/>
            <a:ext cx="5212799" cy="757020"/>
          </a:xfrm>
        </p:spPr>
        <p:txBody>
          <a:bodyPr>
            <a:noAutofit/>
          </a:bodyPr>
          <a:lstStyle>
            <a:lvl1pPr marL="0" indent="0" algn="l">
              <a:buNone/>
              <a:defRPr sz="2200" b="0" i="0" baseline="0">
                <a:solidFill>
                  <a:srgbClr val="001158"/>
                </a:solidFill>
                <a:latin typeface="Vestula Pro" panose="020B0A0306030202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endParaRPr lang="nl-NL" dirty="0"/>
          </a:p>
        </p:txBody>
      </p:sp>
      <p:sp>
        <p:nvSpPr>
          <p:cNvPr id="9" name="Tijdelijke aanduiding voor afbeelding 6">
            <a:extLst>
              <a:ext uri="{FF2B5EF4-FFF2-40B4-BE49-F238E27FC236}">
                <a16:creationId xmlns:a16="http://schemas.microsoft.com/office/drawing/2014/main" id="{4413C70C-4567-70BC-EE74-215FEACAB09A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11686"/>
            <a:ext cx="6096000" cy="6858000"/>
          </a:xfrm>
          <a:custGeom>
            <a:avLst/>
            <a:gdLst>
              <a:gd name="connsiteX0" fmla="*/ 441972 w 3648853"/>
              <a:gd name="connsiteY0" fmla="*/ 0 h 6864136"/>
              <a:gd name="connsiteX1" fmla="*/ 3498385 w 3648853"/>
              <a:gd name="connsiteY1" fmla="*/ 6137 h 6864136"/>
              <a:gd name="connsiteX2" fmla="*/ 3648853 w 3648853"/>
              <a:gd name="connsiteY2" fmla="*/ 6864136 h 6864136"/>
              <a:gd name="connsiteX3" fmla="*/ 3218776 w 3648853"/>
              <a:gd name="connsiteY3" fmla="*/ 6863314 h 6864136"/>
              <a:gd name="connsiteX4" fmla="*/ 3052637 w 3648853"/>
              <a:gd name="connsiteY4" fmla="*/ 6586111 h 6864136"/>
              <a:gd name="connsiteX5" fmla="*/ 3068801 w 3648853"/>
              <a:gd name="connsiteY5" fmla="*/ 6137 h 6864136"/>
              <a:gd name="connsiteX6" fmla="*/ 441972 w 3648853"/>
              <a:gd name="connsiteY6" fmla="*/ 863 h 6864136"/>
              <a:gd name="connsiteX7" fmla="*/ 3183 w 3648853"/>
              <a:gd name="connsiteY7" fmla="*/ 0 h 6864136"/>
              <a:gd name="connsiteX8" fmla="*/ 3059596 w 3648853"/>
              <a:gd name="connsiteY8" fmla="*/ 6137 h 6864136"/>
              <a:gd name="connsiteX9" fmla="*/ 3210064 w 3648853"/>
              <a:gd name="connsiteY9" fmla="*/ 6864136 h 6864136"/>
              <a:gd name="connsiteX10" fmla="*/ 0 w 3648853"/>
              <a:gd name="connsiteY10" fmla="*/ 6858000 h 6864136"/>
              <a:gd name="connsiteX0" fmla="*/ 785639 w 3648853"/>
              <a:gd name="connsiteY0" fmla="*/ 6137 h 6864136"/>
              <a:gd name="connsiteX1" fmla="*/ 3498385 w 3648853"/>
              <a:gd name="connsiteY1" fmla="*/ 6137 h 6864136"/>
              <a:gd name="connsiteX2" fmla="*/ 3648853 w 3648853"/>
              <a:gd name="connsiteY2" fmla="*/ 6864136 h 6864136"/>
              <a:gd name="connsiteX3" fmla="*/ 3218776 w 3648853"/>
              <a:gd name="connsiteY3" fmla="*/ 6863314 h 6864136"/>
              <a:gd name="connsiteX4" fmla="*/ 3052637 w 3648853"/>
              <a:gd name="connsiteY4" fmla="*/ 6586111 h 6864136"/>
              <a:gd name="connsiteX5" fmla="*/ 3068801 w 3648853"/>
              <a:gd name="connsiteY5" fmla="*/ 6137 h 6864136"/>
              <a:gd name="connsiteX6" fmla="*/ 441972 w 3648853"/>
              <a:gd name="connsiteY6" fmla="*/ 863 h 6864136"/>
              <a:gd name="connsiteX7" fmla="*/ 785639 w 3648853"/>
              <a:gd name="connsiteY7" fmla="*/ 6137 h 6864136"/>
              <a:gd name="connsiteX8" fmla="*/ 3183 w 3648853"/>
              <a:gd name="connsiteY8" fmla="*/ 0 h 6864136"/>
              <a:gd name="connsiteX9" fmla="*/ 3059596 w 3648853"/>
              <a:gd name="connsiteY9" fmla="*/ 6137 h 6864136"/>
              <a:gd name="connsiteX10" fmla="*/ 3210064 w 3648853"/>
              <a:gd name="connsiteY10" fmla="*/ 6864136 h 6864136"/>
              <a:gd name="connsiteX11" fmla="*/ 0 w 3648853"/>
              <a:gd name="connsiteY11" fmla="*/ 6858000 h 6864136"/>
              <a:gd name="connsiteX12" fmla="*/ 3183 w 3648853"/>
              <a:gd name="connsiteY12" fmla="*/ 0 h 6864136"/>
              <a:gd name="connsiteX0" fmla="*/ 785639 w 3648853"/>
              <a:gd name="connsiteY0" fmla="*/ 6137 h 6864136"/>
              <a:gd name="connsiteX1" fmla="*/ 3498385 w 3648853"/>
              <a:gd name="connsiteY1" fmla="*/ 6137 h 6864136"/>
              <a:gd name="connsiteX2" fmla="*/ 3648853 w 3648853"/>
              <a:gd name="connsiteY2" fmla="*/ 6864136 h 6864136"/>
              <a:gd name="connsiteX3" fmla="*/ 3218776 w 3648853"/>
              <a:gd name="connsiteY3" fmla="*/ 6863314 h 6864136"/>
              <a:gd name="connsiteX4" fmla="*/ 3052637 w 3648853"/>
              <a:gd name="connsiteY4" fmla="*/ 6586111 h 6864136"/>
              <a:gd name="connsiteX5" fmla="*/ 3068801 w 3648853"/>
              <a:gd name="connsiteY5" fmla="*/ 6137 h 6864136"/>
              <a:gd name="connsiteX6" fmla="*/ 669038 w 3648853"/>
              <a:gd name="connsiteY6" fmla="*/ 13137 h 6864136"/>
              <a:gd name="connsiteX7" fmla="*/ 785639 w 3648853"/>
              <a:gd name="connsiteY7" fmla="*/ 6137 h 6864136"/>
              <a:gd name="connsiteX8" fmla="*/ 3183 w 3648853"/>
              <a:gd name="connsiteY8" fmla="*/ 0 h 6864136"/>
              <a:gd name="connsiteX9" fmla="*/ 3059596 w 3648853"/>
              <a:gd name="connsiteY9" fmla="*/ 6137 h 6864136"/>
              <a:gd name="connsiteX10" fmla="*/ 3210064 w 3648853"/>
              <a:gd name="connsiteY10" fmla="*/ 6864136 h 6864136"/>
              <a:gd name="connsiteX11" fmla="*/ 0 w 3648853"/>
              <a:gd name="connsiteY11" fmla="*/ 6858000 h 6864136"/>
              <a:gd name="connsiteX12" fmla="*/ 3183 w 3648853"/>
              <a:gd name="connsiteY12" fmla="*/ 0 h 6864136"/>
              <a:gd name="connsiteX0" fmla="*/ 785639 w 3648853"/>
              <a:gd name="connsiteY0" fmla="*/ 6137 h 6864136"/>
              <a:gd name="connsiteX1" fmla="*/ 3498385 w 3648853"/>
              <a:gd name="connsiteY1" fmla="*/ 6137 h 6864136"/>
              <a:gd name="connsiteX2" fmla="*/ 3648853 w 3648853"/>
              <a:gd name="connsiteY2" fmla="*/ 6864136 h 6864136"/>
              <a:gd name="connsiteX3" fmla="*/ 3218776 w 3648853"/>
              <a:gd name="connsiteY3" fmla="*/ 6863314 h 6864136"/>
              <a:gd name="connsiteX4" fmla="*/ 3052637 w 3648853"/>
              <a:gd name="connsiteY4" fmla="*/ 6586111 h 6864136"/>
              <a:gd name="connsiteX5" fmla="*/ 3068801 w 3648853"/>
              <a:gd name="connsiteY5" fmla="*/ 6137 h 6864136"/>
              <a:gd name="connsiteX6" fmla="*/ 669038 w 3648853"/>
              <a:gd name="connsiteY6" fmla="*/ 13137 h 6864136"/>
              <a:gd name="connsiteX7" fmla="*/ 785639 w 3648853"/>
              <a:gd name="connsiteY7" fmla="*/ 6137 h 6864136"/>
              <a:gd name="connsiteX8" fmla="*/ 371398 w 3648853"/>
              <a:gd name="connsiteY8" fmla="*/ 0 h 6864136"/>
              <a:gd name="connsiteX9" fmla="*/ 3059596 w 3648853"/>
              <a:gd name="connsiteY9" fmla="*/ 6137 h 6864136"/>
              <a:gd name="connsiteX10" fmla="*/ 3210064 w 3648853"/>
              <a:gd name="connsiteY10" fmla="*/ 6864136 h 6864136"/>
              <a:gd name="connsiteX11" fmla="*/ 0 w 3648853"/>
              <a:gd name="connsiteY11" fmla="*/ 6858000 h 6864136"/>
              <a:gd name="connsiteX12" fmla="*/ 371398 w 3648853"/>
              <a:gd name="connsiteY12" fmla="*/ 0 h 6864136"/>
              <a:gd name="connsiteX0" fmla="*/ 785639 w 3648853"/>
              <a:gd name="connsiteY0" fmla="*/ 0 h 6857999"/>
              <a:gd name="connsiteX1" fmla="*/ 3498385 w 3648853"/>
              <a:gd name="connsiteY1" fmla="*/ 0 h 6857999"/>
              <a:gd name="connsiteX2" fmla="*/ 3648853 w 3648853"/>
              <a:gd name="connsiteY2" fmla="*/ 6857999 h 6857999"/>
              <a:gd name="connsiteX3" fmla="*/ 3218776 w 3648853"/>
              <a:gd name="connsiteY3" fmla="*/ 6857177 h 6857999"/>
              <a:gd name="connsiteX4" fmla="*/ 3052637 w 3648853"/>
              <a:gd name="connsiteY4" fmla="*/ 6579974 h 6857999"/>
              <a:gd name="connsiteX5" fmla="*/ 3068801 w 3648853"/>
              <a:gd name="connsiteY5" fmla="*/ 0 h 6857999"/>
              <a:gd name="connsiteX6" fmla="*/ 669038 w 3648853"/>
              <a:gd name="connsiteY6" fmla="*/ 7000 h 6857999"/>
              <a:gd name="connsiteX7" fmla="*/ 785639 w 3648853"/>
              <a:gd name="connsiteY7" fmla="*/ 0 h 6857999"/>
              <a:gd name="connsiteX8" fmla="*/ 487999 w 3648853"/>
              <a:gd name="connsiteY8" fmla="*/ 6137 h 6857999"/>
              <a:gd name="connsiteX9" fmla="*/ 3059596 w 3648853"/>
              <a:gd name="connsiteY9" fmla="*/ 0 h 6857999"/>
              <a:gd name="connsiteX10" fmla="*/ 3210064 w 3648853"/>
              <a:gd name="connsiteY10" fmla="*/ 6857999 h 6857999"/>
              <a:gd name="connsiteX11" fmla="*/ 0 w 3648853"/>
              <a:gd name="connsiteY11" fmla="*/ 6851863 h 6857999"/>
              <a:gd name="connsiteX12" fmla="*/ 487999 w 3648853"/>
              <a:gd name="connsiteY12" fmla="*/ 6137 h 6857999"/>
              <a:gd name="connsiteX0" fmla="*/ 785639 w 3648853"/>
              <a:gd name="connsiteY0" fmla="*/ 0 h 6857999"/>
              <a:gd name="connsiteX1" fmla="*/ 3498385 w 3648853"/>
              <a:gd name="connsiteY1" fmla="*/ 0 h 6857999"/>
              <a:gd name="connsiteX2" fmla="*/ 3648853 w 3648853"/>
              <a:gd name="connsiteY2" fmla="*/ 6857999 h 6857999"/>
              <a:gd name="connsiteX3" fmla="*/ 3218776 w 3648853"/>
              <a:gd name="connsiteY3" fmla="*/ 6857177 h 6857999"/>
              <a:gd name="connsiteX4" fmla="*/ 3052637 w 3648853"/>
              <a:gd name="connsiteY4" fmla="*/ 6579974 h 6857999"/>
              <a:gd name="connsiteX5" fmla="*/ 3068801 w 3648853"/>
              <a:gd name="connsiteY5" fmla="*/ 0 h 6857999"/>
              <a:gd name="connsiteX6" fmla="*/ 669038 w 3648853"/>
              <a:gd name="connsiteY6" fmla="*/ 7000 h 6857999"/>
              <a:gd name="connsiteX7" fmla="*/ 785639 w 3648853"/>
              <a:gd name="connsiteY7" fmla="*/ 0 h 6857999"/>
              <a:gd name="connsiteX8" fmla="*/ 438904 w 3648853"/>
              <a:gd name="connsiteY8" fmla="*/ 6137 h 6857999"/>
              <a:gd name="connsiteX9" fmla="*/ 3059596 w 3648853"/>
              <a:gd name="connsiteY9" fmla="*/ 0 h 6857999"/>
              <a:gd name="connsiteX10" fmla="*/ 3210064 w 3648853"/>
              <a:gd name="connsiteY10" fmla="*/ 6857999 h 6857999"/>
              <a:gd name="connsiteX11" fmla="*/ 0 w 3648853"/>
              <a:gd name="connsiteY11" fmla="*/ 6851863 h 6857999"/>
              <a:gd name="connsiteX12" fmla="*/ 438904 w 3648853"/>
              <a:gd name="connsiteY12" fmla="*/ 6137 h 6857999"/>
              <a:gd name="connsiteX0" fmla="*/ 346735 w 3209949"/>
              <a:gd name="connsiteY0" fmla="*/ 0 h 6857999"/>
              <a:gd name="connsiteX1" fmla="*/ 3059481 w 3209949"/>
              <a:gd name="connsiteY1" fmla="*/ 0 h 6857999"/>
              <a:gd name="connsiteX2" fmla="*/ 3209949 w 3209949"/>
              <a:gd name="connsiteY2" fmla="*/ 6857999 h 6857999"/>
              <a:gd name="connsiteX3" fmla="*/ 2779872 w 3209949"/>
              <a:gd name="connsiteY3" fmla="*/ 6857177 h 6857999"/>
              <a:gd name="connsiteX4" fmla="*/ 2613733 w 3209949"/>
              <a:gd name="connsiteY4" fmla="*/ 6579974 h 6857999"/>
              <a:gd name="connsiteX5" fmla="*/ 2629897 w 3209949"/>
              <a:gd name="connsiteY5" fmla="*/ 0 h 6857999"/>
              <a:gd name="connsiteX6" fmla="*/ 230134 w 3209949"/>
              <a:gd name="connsiteY6" fmla="*/ 7000 h 6857999"/>
              <a:gd name="connsiteX7" fmla="*/ 346735 w 3209949"/>
              <a:gd name="connsiteY7" fmla="*/ 0 h 6857999"/>
              <a:gd name="connsiteX8" fmla="*/ 0 w 3209949"/>
              <a:gd name="connsiteY8" fmla="*/ 6137 h 6857999"/>
              <a:gd name="connsiteX9" fmla="*/ 2620692 w 3209949"/>
              <a:gd name="connsiteY9" fmla="*/ 0 h 6857999"/>
              <a:gd name="connsiteX10" fmla="*/ 2771160 w 3209949"/>
              <a:gd name="connsiteY10" fmla="*/ 6857999 h 6857999"/>
              <a:gd name="connsiteX11" fmla="*/ 2954 w 3209949"/>
              <a:gd name="connsiteY11" fmla="*/ 6845726 h 6857999"/>
              <a:gd name="connsiteX12" fmla="*/ 0 w 3209949"/>
              <a:gd name="connsiteY12" fmla="*/ 6137 h 6857999"/>
              <a:gd name="connsiteX0" fmla="*/ 346735 w 3209949"/>
              <a:gd name="connsiteY0" fmla="*/ 0 h 6864137"/>
              <a:gd name="connsiteX1" fmla="*/ 3059481 w 3209949"/>
              <a:gd name="connsiteY1" fmla="*/ 0 h 6864137"/>
              <a:gd name="connsiteX2" fmla="*/ 3209949 w 3209949"/>
              <a:gd name="connsiteY2" fmla="*/ 6857999 h 6864137"/>
              <a:gd name="connsiteX3" fmla="*/ 2779872 w 3209949"/>
              <a:gd name="connsiteY3" fmla="*/ 6857177 h 6864137"/>
              <a:gd name="connsiteX4" fmla="*/ 2613733 w 3209949"/>
              <a:gd name="connsiteY4" fmla="*/ 6579974 h 6864137"/>
              <a:gd name="connsiteX5" fmla="*/ 2629897 w 3209949"/>
              <a:gd name="connsiteY5" fmla="*/ 0 h 6864137"/>
              <a:gd name="connsiteX6" fmla="*/ 230134 w 3209949"/>
              <a:gd name="connsiteY6" fmla="*/ 7000 h 6864137"/>
              <a:gd name="connsiteX7" fmla="*/ 346735 w 3209949"/>
              <a:gd name="connsiteY7" fmla="*/ 0 h 6864137"/>
              <a:gd name="connsiteX8" fmla="*/ 0 w 3209949"/>
              <a:gd name="connsiteY8" fmla="*/ 6137 h 6864137"/>
              <a:gd name="connsiteX9" fmla="*/ 2620692 w 3209949"/>
              <a:gd name="connsiteY9" fmla="*/ 0 h 6864137"/>
              <a:gd name="connsiteX10" fmla="*/ 2771160 w 3209949"/>
              <a:gd name="connsiteY10" fmla="*/ 6857999 h 6864137"/>
              <a:gd name="connsiteX11" fmla="*/ 2954 w 3209949"/>
              <a:gd name="connsiteY11" fmla="*/ 6864137 h 6864137"/>
              <a:gd name="connsiteX12" fmla="*/ 0 w 3209949"/>
              <a:gd name="connsiteY12" fmla="*/ 6137 h 6864137"/>
              <a:gd name="connsiteX0" fmla="*/ 3255632 w 6118846"/>
              <a:gd name="connsiteY0" fmla="*/ 0 h 6864137"/>
              <a:gd name="connsiteX1" fmla="*/ 5968378 w 6118846"/>
              <a:gd name="connsiteY1" fmla="*/ 0 h 6864137"/>
              <a:gd name="connsiteX2" fmla="*/ 6118846 w 6118846"/>
              <a:gd name="connsiteY2" fmla="*/ 6857999 h 6864137"/>
              <a:gd name="connsiteX3" fmla="*/ 5688769 w 6118846"/>
              <a:gd name="connsiteY3" fmla="*/ 6857177 h 6864137"/>
              <a:gd name="connsiteX4" fmla="*/ 5522630 w 6118846"/>
              <a:gd name="connsiteY4" fmla="*/ 6579974 h 6864137"/>
              <a:gd name="connsiteX5" fmla="*/ 5538794 w 6118846"/>
              <a:gd name="connsiteY5" fmla="*/ 0 h 6864137"/>
              <a:gd name="connsiteX6" fmla="*/ 3139031 w 6118846"/>
              <a:gd name="connsiteY6" fmla="*/ 7000 h 6864137"/>
              <a:gd name="connsiteX7" fmla="*/ 3255632 w 6118846"/>
              <a:gd name="connsiteY7" fmla="*/ 0 h 6864137"/>
              <a:gd name="connsiteX8" fmla="*/ 0 w 6118846"/>
              <a:gd name="connsiteY8" fmla="*/ 0 h 6864137"/>
              <a:gd name="connsiteX9" fmla="*/ 5529589 w 6118846"/>
              <a:gd name="connsiteY9" fmla="*/ 0 h 6864137"/>
              <a:gd name="connsiteX10" fmla="*/ 5680057 w 6118846"/>
              <a:gd name="connsiteY10" fmla="*/ 6857999 h 6864137"/>
              <a:gd name="connsiteX11" fmla="*/ 2911851 w 6118846"/>
              <a:gd name="connsiteY11" fmla="*/ 6864137 h 6864137"/>
              <a:gd name="connsiteX12" fmla="*/ 0 w 6118846"/>
              <a:gd name="connsiteY12" fmla="*/ 0 h 6864137"/>
              <a:gd name="connsiteX0" fmla="*/ 3255632 w 6118846"/>
              <a:gd name="connsiteY0" fmla="*/ 0 h 6870273"/>
              <a:gd name="connsiteX1" fmla="*/ 5968378 w 6118846"/>
              <a:gd name="connsiteY1" fmla="*/ 0 h 6870273"/>
              <a:gd name="connsiteX2" fmla="*/ 6118846 w 6118846"/>
              <a:gd name="connsiteY2" fmla="*/ 6857999 h 6870273"/>
              <a:gd name="connsiteX3" fmla="*/ 5688769 w 6118846"/>
              <a:gd name="connsiteY3" fmla="*/ 6857177 h 6870273"/>
              <a:gd name="connsiteX4" fmla="*/ 5522630 w 6118846"/>
              <a:gd name="connsiteY4" fmla="*/ 6579974 h 6870273"/>
              <a:gd name="connsiteX5" fmla="*/ 5538794 w 6118846"/>
              <a:gd name="connsiteY5" fmla="*/ 0 h 6870273"/>
              <a:gd name="connsiteX6" fmla="*/ 3139031 w 6118846"/>
              <a:gd name="connsiteY6" fmla="*/ 7000 h 6870273"/>
              <a:gd name="connsiteX7" fmla="*/ 3255632 w 6118846"/>
              <a:gd name="connsiteY7" fmla="*/ 0 h 6870273"/>
              <a:gd name="connsiteX8" fmla="*/ 0 w 6118846"/>
              <a:gd name="connsiteY8" fmla="*/ 0 h 6870273"/>
              <a:gd name="connsiteX9" fmla="*/ 5529589 w 6118846"/>
              <a:gd name="connsiteY9" fmla="*/ 0 h 6870273"/>
              <a:gd name="connsiteX10" fmla="*/ 5680057 w 6118846"/>
              <a:gd name="connsiteY10" fmla="*/ 6857999 h 6870273"/>
              <a:gd name="connsiteX11" fmla="*/ 21365 w 6118846"/>
              <a:gd name="connsiteY11" fmla="*/ 6870273 h 6870273"/>
              <a:gd name="connsiteX12" fmla="*/ 0 w 6118846"/>
              <a:gd name="connsiteY12" fmla="*/ 0 h 6870273"/>
              <a:gd name="connsiteX0" fmla="*/ 3452013 w 6118846"/>
              <a:gd name="connsiteY0" fmla="*/ 6137 h 6870273"/>
              <a:gd name="connsiteX1" fmla="*/ 5968378 w 6118846"/>
              <a:gd name="connsiteY1" fmla="*/ 0 h 6870273"/>
              <a:gd name="connsiteX2" fmla="*/ 6118846 w 6118846"/>
              <a:gd name="connsiteY2" fmla="*/ 6857999 h 6870273"/>
              <a:gd name="connsiteX3" fmla="*/ 5688769 w 6118846"/>
              <a:gd name="connsiteY3" fmla="*/ 6857177 h 6870273"/>
              <a:gd name="connsiteX4" fmla="*/ 5522630 w 6118846"/>
              <a:gd name="connsiteY4" fmla="*/ 6579974 h 6870273"/>
              <a:gd name="connsiteX5" fmla="*/ 5538794 w 6118846"/>
              <a:gd name="connsiteY5" fmla="*/ 0 h 6870273"/>
              <a:gd name="connsiteX6" fmla="*/ 3139031 w 6118846"/>
              <a:gd name="connsiteY6" fmla="*/ 7000 h 6870273"/>
              <a:gd name="connsiteX7" fmla="*/ 3452013 w 6118846"/>
              <a:gd name="connsiteY7" fmla="*/ 6137 h 6870273"/>
              <a:gd name="connsiteX8" fmla="*/ 0 w 6118846"/>
              <a:gd name="connsiteY8" fmla="*/ 0 h 6870273"/>
              <a:gd name="connsiteX9" fmla="*/ 5529589 w 6118846"/>
              <a:gd name="connsiteY9" fmla="*/ 0 h 6870273"/>
              <a:gd name="connsiteX10" fmla="*/ 5680057 w 6118846"/>
              <a:gd name="connsiteY10" fmla="*/ 6857999 h 6870273"/>
              <a:gd name="connsiteX11" fmla="*/ 21365 w 6118846"/>
              <a:gd name="connsiteY11" fmla="*/ 6870273 h 6870273"/>
              <a:gd name="connsiteX12" fmla="*/ 0 w 6118846"/>
              <a:gd name="connsiteY12" fmla="*/ 0 h 687027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6118846" h="6870273">
                <a:moveTo>
                  <a:pt x="3452013" y="6137"/>
                </a:moveTo>
                <a:lnTo>
                  <a:pt x="5968378" y="0"/>
                </a:lnTo>
                <a:cubicBezTo>
                  <a:pt x="5275968" y="1144534"/>
                  <a:pt x="4252164" y="3884665"/>
                  <a:pt x="6118846" y="6857999"/>
                </a:cubicBezTo>
                <a:lnTo>
                  <a:pt x="5688769" y="6857177"/>
                </a:lnTo>
                <a:lnTo>
                  <a:pt x="5522630" y="6579974"/>
                </a:lnTo>
                <a:cubicBezTo>
                  <a:pt x="3886244" y="3714965"/>
                  <a:pt x="4868022" y="1108768"/>
                  <a:pt x="5538794" y="0"/>
                </a:cubicBezTo>
                <a:lnTo>
                  <a:pt x="3139031" y="7000"/>
                </a:lnTo>
                <a:cubicBezTo>
                  <a:pt x="3139031" y="6712"/>
                  <a:pt x="3452013" y="6425"/>
                  <a:pt x="3452013" y="6137"/>
                </a:cubicBezTo>
                <a:close/>
                <a:moveTo>
                  <a:pt x="0" y="0"/>
                </a:moveTo>
                <a:lnTo>
                  <a:pt x="5529589" y="0"/>
                </a:lnTo>
                <a:cubicBezTo>
                  <a:pt x="4837179" y="1144534"/>
                  <a:pt x="3813375" y="3884665"/>
                  <a:pt x="5680057" y="6857999"/>
                </a:cubicBezTo>
                <a:lnTo>
                  <a:pt x="21365" y="6870273"/>
                </a:lnTo>
                <a:cubicBezTo>
                  <a:pt x="20380" y="4590410"/>
                  <a:pt x="985" y="2279863"/>
                  <a:pt x="0" y="0"/>
                </a:cubicBezTo>
                <a:close/>
              </a:path>
            </a:pathLst>
          </a:custGeom>
          <a:solidFill>
            <a:schemeClr val="bg1"/>
          </a:solidFill>
        </p:spPr>
        <p:txBody>
          <a:bodyPr wrap="square" lIns="0" tIns="2700000" rIns="0" bIns="0" anchor="t" anchorCtr="1">
            <a:noAutofit/>
          </a:bodyPr>
          <a:lstStyle>
            <a:lvl1pPr marL="0" indent="0" algn="ctr">
              <a:buNone/>
              <a:defRPr/>
            </a:lvl1pPr>
          </a:lstStyle>
          <a:p>
            <a:r>
              <a:rPr lang="nl-NL" dirty="0"/>
              <a:t>Voeg eventueel</a:t>
            </a:r>
            <a:br>
              <a:rPr lang="nl-NL" dirty="0"/>
            </a:br>
            <a:r>
              <a:rPr lang="nl-NL" dirty="0"/>
              <a:t>afbeelding in</a:t>
            </a:r>
          </a:p>
        </p:txBody>
      </p:sp>
    </p:spTree>
    <p:extLst>
      <p:ext uri="{BB962C8B-B14F-4D97-AF65-F5344CB8AC3E}">
        <p14:creationId xmlns:p14="http://schemas.microsoft.com/office/powerpoint/2010/main" val="21806311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dia -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jdelijke aanduiding voor afbeelding 6">
            <a:extLst>
              <a:ext uri="{FF2B5EF4-FFF2-40B4-BE49-F238E27FC236}">
                <a16:creationId xmlns:a16="http://schemas.microsoft.com/office/drawing/2014/main" id="{30989C73-BE72-9B8E-748B-D539A67AC6F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-12273"/>
            <a:ext cx="6118846" cy="6870273"/>
          </a:xfrm>
          <a:custGeom>
            <a:avLst/>
            <a:gdLst>
              <a:gd name="connsiteX0" fmla="*/ 441972 w 3648853"/>
              <a:gd name="connsiteY0" fmla="*/ 0 h 6864136"/>
              <a:gd name="connsiteX1" fmla="*/ 3498385 w 3648853"/>
              <a:gd name="connsiteY1" fmla="*/ 6137 h 6864136"/>
              <a:gd name="connsiteX2" fmla="*/ 3648853 w 3648853"/>
              <a:gd name="connsiteY2" fmla="*/ 6864136 h 6864136"/>
              <a:gd name="connsiteX3" fmla="*/ 3218776 w 3648853"/>
              <a:gd name="connsiteY3" fmla="*/ 6863314 h 6864136"/>
              <a:gd name="connsiteX4" fmla="*/ 3052637 w 3648853"/>
              <a:gd name="connsiteY4" fmla="*/ 6586111 h 6864136"/>
              <a:gd name="connsiteX5" fmla="*/ 3068801 w 3648853"/>
              <a:gd name="connsiteY5" fmla="*/ 6137 h 6864136"/>
              <a:gd name="connsiteX6" fmla="*/ 441972 w 3648853"/>
              <a:gd name="connsiteY6" fmla="*/ 863 h 6864136"/>
              <a:gd name="connsiteX7" fmla="*/ 3183 w 3648853"/>
              <a:gd name="connsiteY7" fmla="*/ 0 h 6864136"/>
              <a:gd name="connsiteX8" fmla="*/ 3059596 w 3648853"/>
              <a:gd name="connsiteY8" fmla="*/ 6137 h 6864136"/>
              <a:gd name="connsiteX9" fmla="*/ 3210064 w 3648853"/>
              <a:gd name="connsiteY9" fmla="*/ 6864136 h 6864136"/>
              <a:gd name="connsiteX10" fmla="*/ 0 w 3648853"/>
              <a:gd name="connsiteY10" fmla="*/ 6858000 h 6864136"/>
              <a:gd name="connsiteX0" fmla="*/ 785639 w 3648853"/>
              <a:gd name="connsiteY0" fmla="*/ 6137 h 6864136"/>
              <a:gd name="connsiteX1" fmla="*/ 3498385 w 3648853"/>
              <a:gd name="connsiteY1" fmla="*/ 6137 h 6864136"/>
              <a:gd name="connsiteX2" fmla="*/ 3648853 w 3648853"/>
              <a:gd name="connsiteY2" fmla="*/ 6864136 h 6864136"/>
              <a:gd name="connsiteX3" fmla="*/ 3218776 w 3648853"/>
              <a:gd name="connsiteY3" fmla="*/ 6863314 h 6864136"/>
              <a:gd name="connsiteX4" fmla="*/ 3052637 w 3648853"/>
              <a:gd name="connsiteY4" fmla="*/ 6586111 h 6864136"/>
              <a:gd name="connsiteX5" fmla="*/ 3068801 w 3648853"/>
              <a:gd name="connsiteY5" fmla="*/ 6137 h 6864136"/>
              <a:gd name="connsiteX6" fmla="*/ 441972 w 3648853"/>
              <a:gd name="connsiteY6" fmla="*/ 863 h 6864136"/>
              <a:gd name="connsiteX7" fmla="*/ 785639 w 3648853"/>
              <a:gd name="connsiteY7" fmla="*/ 6137 h 6864136"/>
              <a:gd name="connsiteX8" fmla="*/ 3183 w 3648853"/>
              <a:gd name="connsiteY8" fmla="*/ 0 h 6864136"/>
              <a:gd name="connsiteX9" fmla="*/ 3059596 w 3648853"/>
              <a:gd name="connsiteY9" fmla="*/ 6137 h 6864136"/>
              <a:gd name="connsiteX10" fmla="*/ 3210064 w 3648853"/>
              <a:gd name="connsiteY10" fmla="*/ 6864136 h 6864136"/>
              <a:gd name="connsiteX11" fmla="*/ 0 w 3648853"/>
              <a:gd name="connsiteY11" fmla="*/ 6858000 h 6864136"/>
              <a:gd name="connsiteX12" fmla="*/ 3183 w 3648853"/>
              <a:gd name="connsiteY12" fmla="*/ 0 h 6864136"/>
              <a:gd name="connsiteX0" fmla="*/ 785639 w 3648853"/>
              <a:gd name="connsiteY0" fmla="*/ 6137 h 6864136"/>
              <a:gd name="connsiteX1" fmla="*/ 3498385 w 3648853"/>
              <a:gd name="connsiteY1" fmla="*/ 6137 h 6864136"/>
              <a:gd name="connsiteX2" fmla="*/ 3648853 w 3648853"/>
              <a:gd name="connsiteY2" fmla="*/ 6864136 h 6864136"/>
              <a:gd name="connsiteX3" fmla="*/ 3218776 w 3648853"/>
              <a:gd name="connsiteY3" fmla="*/ 6863314 h 6864136"/>
              <a:gd name="connsiteX4" fmla="*/ 3052637 w 3648853"/>
              <a:gd name="connsiteY4" fmla="*/ 6586111 h 6864136"/>
              <a:gd name="connsiteX5" fmla="*/ 3068801 w 3648853"/>
              <a:gd name="connsiteY5" fmla="*/ 6137 h 6864136"/>
              <a:gd name="connsiteX6" fmla="*/ 669038 w 3648853"/>
              <a:gd name="connsiteY6" fmla="*/ 13137 h 6864136"/>
              <a:gd name="connsiteX7" fmla="*/ 785639 w 3648853"/>
              <a:gd name="connsiteY7" fmla="*/ 6137 h 6864136"/>
              <a:gd name="connsiteX8" fmla="*/ 3183 w 3648853"/>
              <a:gd name="connsiteY8" fmla="*/ 0 h 6864136"/>
              <a:gd name="connsiteX9" fmla="*/ 3059596 w 3648853"/>
              <a:gd name="connsiteY9" fmla="*/ 6137 h 6864136"/>
              <a:gd name="connsiteX10" fmla="*/ 3210064 w 3648853"/>
              <a:gd name="connsiteY10" fmla="*/ 6864136 h 6864136"/>
              <a:gd name="connsiteX11" fmla="*/ 0 w 3648853"/>
              <a:gd name="connsiteY11" fmla="*/ 6858000 h 6864136"/>
              <a:gd name="connsiteX12" fmla="*/ 3183 w 3648853"/>
              <a:gd name="connsiteY12" fmla="*/ 0 h 6864136"/>
              <a:gd name="connsiteX0" fmla="*/ 785639 w 3648853"/>
              <a:gd name="connsiteY0" fmla="*/ 6137 h 6864136"/>
              <a:gd name="connsiteX1" fmla="*/ 3498385 w 3648853"/>
              <a:gd name="connsiteY1" fmla="*/ 6137 h 6864136"/>
              <a:gd name="connsiteX2" fmla="*/ 3648853 w 3648853"/>
              <a:gd name="connsiteY2" fmla="*/ 6864136 h 6864136"/>
              <a:gd name="connsiteX3" fmla="*/ 3218776 w 3648853"/>
              <a:gd name="connsiteY3" fmla="*/ 6863314 h 6864136"/>
              <a:gd name="connsiteX4" fmla="*/ 3052637 w 3648853"/>
              <a:gd name="connsiteY4" fmla="*/ 6586111 h 6864136"/>
              <a:gd name="connsiteX5" fmla="*/ 3068801 w 3648853"/>
              <a:gd name="connsiteY5" fmla="*/ 6137 h 6864136"/>
              <a:gd name="connsiteX6" fmla="*/ 669038 w 3648853"/>
              <a:gd name="connsiteY6" fmla="*/ 13137 h 6864136"/>
              <a:gd name="connsiteX7" fmla="*/ 785639 w 3648853"/>
              <a:gd name="connsiteY7" fmla="*/ 6137 h 6864136"/>
              <a:gd name="connsiteX8" fmla="*/ 371398 w 3648853"/>
              <a:gd name="connsiteY8" fmla="*/ 0 h 6864136"/>
              <a:gd name="connsiteX9" fmla="*/ 3059596 w 3648853"/>
              <a:gd name="connsiteY9" fmla="*/ 6137 h 6864136"/>
              <a:gd name="connsiteX10" fmla="*/ 3210064 w 3648853"/>
              <a:gd name="connsiteY10" fmla="*/ 6864136 h 6864136"/>
              <a:gd name="connsiteX11" fmla="*/ 0 w 3648853"/>
              <a:gd name="connsiteY11" fmla="*/ 6858000 h 6864136"/>
              <a:gd name="connsiteX12" fmla="*/ 371398 w 3648853"/>
              <a:gd name="connsiteY12" fmla="*/ 0 h 6864136"/>
              <a:gd name="connsiteX0" fmla="*/ 785639 w 3648853"/>
              <a:gd name="connsiteY0" fmla="*/ 0 h 6857999"/>
              <a:gd name="connsiteX1" fmla="*/ 3498385 w 3648853"/>
              <a:gd name="connsiteY1" fmla="*/ 0 h 6857999"/>
              <a:gd name="connsiteX2" fmla="*/ 3648853 w 3648853"/>
              <a:gd name="connsiteY2" fmla="*/ 6857999 h 6857999"/>
              <a:gd name="connsiteX3" fmla="*/ 3218776 w 3648853"/>
              <a:gd name="connsiteY3" fmla="*/ 6857177 h 6857999"/>
              <a:gd name="connsiteX4" fmla="*/ 3052637 w 3648853"/>
              <a:gd name="connsiteY4" fmla="*/ 6579974 h 6857999"/>
              <a:gd name="connsiteX5" fmla="*/ 3068801 w 3648853"/>
              <a:gd name="connsiteY5" fmla="*/ 0 h 6857999"/>
              <a:gd name="connsiteX6" fmla="*/ 669038 w 3648853"/>
              <a:gd name="connsiteY6" fmla="*/ 7000 h 6857999"/>
              <a:gd name="connsiteX7" fmla="*/ 785639 w 3648853"/>
              <a:gd name="connsiteY7" fmla="*/ 0 h 6857999"/>
              <a:gd name="connsiteX8" fmla="*/ 487999 w 3648853"/>
              <a:gd name="connsiteY8" fmla="*/ 6137 h 6857999"/>
              <a:gd name="connsiteX9" fmla="*/ 3059596 w 3648853"/>
              <a:gd name="connsiteY9" fmla="*/ 0 h 6857999"/>
              <a:gd name="connsiteX10" fmla="*/ 3210064 w 3648853"/>
              <a:gd name="connsiteY10" fmla="*/ 6857999 h 6857999"/>
              <a:gd name="connsiteX11" fmla="*/ 0 w 3648853"/>
              <a:gd name="connsiteY11" fmla="*/ 6851863 h 6857999"/>
              <a:gd name="connsiteX12" fmla="*/ 487999 w 3648853"/>
              <a:gd name="connsiteY12" fmla="*/ 6137 h 6857999"/>
              <a:gd name="connsiteX0" fmla="*/ 785639 w 3648853"/>
              <a:gd name="connsiteY0" fmla="*/ 0 h 6857999"/>
              <a:gd name="connsiteX1" fmla="*/ 3498385 w 3648853"/>
              <a:gd name="connsiteY1" fmla="*/ 0 h 6857999"/>
              <a:gd name="connsiteX2" fmla="*/ 3648853 w 3648853"/>
              <a:gd name="connsiteY2" fmla="*/ 6857999 h 6857999"/>
              <a:gd name="connsiteX3" fmla="*/ 3218776 w 3648853"/>
              <a:gd name="connsiteY3" fmla="*/ 6857177 h 6857999"/>
              <a:gd name="connsiteX4" fmla="*/ 3052637 w 3648853"/>
              <a:gd name="connsiteY4" fmla="*/ 6579974 h 6857999"/>
              <a:gd name="connsiteX5" fmla="*/ 3068801 w 3648853"/>
              <a:gd name="connsiteY5" fmla="*/ 0 h 6857999"/>
              <a:gd name="connsiteX6" fmla="*/ 669038 w 3648853"/>
              <a:gd name="connsiteY6" fmla="*/ 7000 h 6857999"/>
              <a:gd name="connsiteX7" fmla="*/ 785639 w 3648853"/>
              <a:gd name="connsiteY7" fmla="*/ 0 h 6857999"/>
              <a:gd name="connsiteX8" fmla="*/ 438904 w 3648853"/>
              <a:gd name="connsiteY8" fmla="*/ 6137 h 6857999"/>
              <a:gd name="connsiteX9" fmla="*/ 3059596 w 3648853"/>
              <a:gd name="connsiteY9" fmla="*/ 0 h 6857999"/>
              <a:gd name="connsiteX10" fmla="*/ 3210064 w 3648853"/>
              <a:gd name="connsiteY10" fmla="*/ 6857999 h 6857999"/>
              <a:gd name="connsiteX11" fmla="*/ 0 w 3648853"/>
              <a:gd name="connsiteY11" fmla="*/ 6851863 h 6857999"/>
              <a:gd name="connsiteX12" fmla="*/ 438904 w 3648853"/>
              <a:gd name="connsiteY12" fmla="*/ 6137 h 6857999"/>
              <a:gd name="connsiteX0" fmla="*/ 346735 w 3209949"/>
              <a:gd name="connsiteY0" fmla="*/ 0 h 6857999"/>
              <a:gd name="connsiteX1" fmla="*/ 3059481 w 3209949"/>
              <a:gd name="connsiteY1" fmla="*/ 0 h 6857999"/>
              <a:gd name="connsiteX2" fmla="*/ 3209949 w 3209949"/>
              <a:gd name="connsiteY2" fmla="*/ 6857999 h 6857999"/>
              <a:gd name="connsiteX3" fmla="*/ 2779872 w 3209949"/>
              <a:gd name="connsiteY3" fmla="*/ 6857177 h 6857999"/>
              <a:gd name="connsiteX4" fmla="*/ 2613733 w 3209949"/>
              <a:gd name="connsiteY4" fmla="*/ 6579974 h 6857999"/>
              <a:gd name="connsiteX5" fmla="*/ 2629897 w 3209949"/>
              <a:gd name="connsiteY5" fmla="*/ 0 h 6857999"/>
              <a:gd name="connsiteX6" fmla="*/ 230134 w 3209949"/>
              <a:gd name="connsiteY6" fmla="*/ 7000 h 6857999"/>
              <a:gd name="connsiteX7" fmla="*/ 346735 w 3209949"/>
              <a:gd name="connsiteY7" fmla="*/ 0 h 6857999"/>
              <a:gd name="connsiteX8" fmla="*/ 0 w 3209949"/>
              <a:gd name="connsiteY8" fmla="*/ 6137 h 6857999"/>
              <a:gd name="connsiteX9" fmla="*/ 2620692 w 3209949"/>
              <a:gd name="connsiteY9" fmla="*/ 0 h 6857999"/>
              <a:gd name="connsiteX10" fmla="*/ 2771160 w 3209949"/>
              <a:gd name="connsiteY10" fmla="*/ 6857999 h 6857999"/>
              <a:gd name="connsiteX11" fmla="*/ 2954 w 3209949"/>
              <a:gd name="connsiteY11" fmla="*/ 6845726 h 6857999"/>
              <a:gd name="connsiteX12" fmla="*/ 0 w 3209949"/>
              <a:gd name="connsiteY12" fmla="*/ 6137 h 6857999"/>
              <a:gd name="connsiteX0" fmla="*/ 346735 w 3209949"/>
              <a:gd name="connsiteY0" fmla="*/ 0 h 6864137"/>
              <a:gd name="connsiteX1" fmla="*/ 3059481 w 3209949"/>
              <a:gd name="connsiteY1" fmla="*/ 0 h 6864137"/>
              <a:gd name="connsiteX2" fmla="*/ 3209949 w 3209949"/>
              <a:gd name="connsiteY2" fmla="*/ 6857999 h 6864137"/>
              <a:gd name="connsiteX3" fmla="*/ 2779872 w 3209949"/>
              <a:gd name="connsiteY3" fmla="*/ 6857177 h 6864137"/>
              <a:gd name="connsiteX4" fmla="*/ 2613733 w 3209949"/>
              <a:gd name="connsiteY4" fmla="*/ 6579974 h 6864137"/>
              <a:gd name="connsiteX5" fmla="*/ 2629897 w 3209949"/>
              <a:gd name="connsiteY5" fmla="*/ 0 h 6864137"/>
              <a:gd name="connsiteX6" fmla="*/ 230134 w 3209949"/>
              <a:gd name="connsiteY6" fmla="*/ 7000 h 6864137"/>
              <a:gd name="connsiteX7" fmla="*/ 346735 w 3209949"/>
              <a:gd name="connsiteY7" fmla="*/ 0 h 6864137"/>
              <a:gd name="connsiteX8" fmla="*/ 0 w 3209949"/>
              <a:gd name="connsiteY8" fmla="*/ 6137 h 6864137"/>
              <a:gd name="connsiteX9" fmla="*/ 2620692 w 3209949"/>
              <a:gd name="connsiteY9" fmla="*/ 0 h 6864137"/>
              <a:gd name="connsiteX10" fmla="*/ 2771160 w 3209949"/>
              <a:gd name="connsiteY10" fmla="*/ 6857999 h 6864137"/>
              <a:gd name="connsiteX11" fmla="*/ 2954 w 3209949"/>
              <a:gd name="connsiteY11" fmla="*/ 6864137 h 6864137"/>
              <a:gd name="connsiteX12" fmla="*/ 0 w 3209949"/>
              <a:gd name="connsiteY12" fmla="*/ 6137 h 6864137"/>
              <a:gd name="connsiteX0" fmla="*/ 3255632 w 6118846"/>
              <a:gd name="connsiteY0" fmla="*/ 0 h 6864137"/>
              <a:gd name="connsiteX1" fmla="*/ 5968378 w 6118846"/>
              <a:gd name="connsiteY1" fmla="*/ 0 h 6864137"/>
              <a:gd name="connsiteX2" fmla="*/ 6118846 w 6118846"/>
              <a:gd name="connsiteY2" fmla="*/ 6857999 h 6864137"/>
              <a:gd name="connsiteX3" fmla="*/ 5688769 w 6118846"/>
              <a:gd name="connsiteY3" fmla="*/ 6857177 h 6864137"/>
              <a:gd name="connsiteX4" fmla="*/ 5522630 w 6118846"/>
              <a:gd name="connsiteY4" fmla="*/ 6579974 h 6864137"/>
              <a:gd name="connsiteX5" fmla="*/ 5538794 w 6118846"/>
              <a:gd name="connsiteY5" fmla="*/ 0 h 6864137"/>
              <a:gd name="connsiteX6" fmla="*/ 3139031 w 6118846"/>
              <a:gd name="connsiteY6" fmla="*/ 7000 h 6864137"/>
              <a:gd name="connsiteX7" fmla="*/ 3255632 w 6118846"/>
              <a:gd name="connsiteY7" fmla="*/ 0 h 6864137"/>
              <a:gd name="connsiteX8" fmla="*/ 0 w 6118846"/>
              <a:gd name="connsiteY8" fmla="*/ 0 h 6864137"/>
              <a:gd name="connsiteX9" fmla="*/ 5529589 w 6118846"/>
              <a:gd name="connsiteY9" fmla="*/ 0 h 6864137"/>
              <a:gd name="connsiteX10" fmla="*/ 5680057 w 6118846"/>
              <a:gd name="connsiteY10" fmla="*/ 6857999 h 6864137"/>
              <a:gd name="connsiteX11" fmla="*/ 2911851 w 6118846"/>
              <a:gd name="connsiteY11" fmla="*/ 6864137 h 6864137"/>
              <a:gd name="connsiteX12" fmla="*/ 0 w 6118846"/>
              <a:gd name="connsiteY12" fmla="*/ 0 h 6864137"/>
              <a:gd name="connsiteX0" fmla="*/ 3255632 w 6118846"/>
              <a:gd name="connsiteY0" fmla="*/ 0 h 6870273"/>
              <a:gd name="connsiteX1" fmla="*/ 5968378 w 6118846"/>
              <a:gd name="connsiteY1" fmla="*/ 0 h 6870273"/>
              <a:gd name="connsiteX2" fmla="*/ 6118846 w 6118846"/>
              <a:gd name="connsiteY2" fmla="*/ 6857999 h 6870273"/>
              <a:gd name="connsiteX3" fmla="*/ 5688769 w 6118846"/>
              <a:gd name="connsiteY3" fmla="*/ 6857177 h 6870273"/>
              <a:gd name="connsiteX4" fmla="*/ 5522630 w 6118846"/>
              <a:gd name="connsiteY4" fmla="*/ 6579974 h 6870273"/>
              <a:gd name="connsiteX5" fmla="*/ 5538794 w 6118846"/>
              <a:gd name="connsiteY5" fmla="*/ 0 h 6870273"/>
              <a:gd name="connsiteX6" fmla="*/ 3139031 w 6118846"/>
              <a:gd name="connsiteY6" fmla="*/ 7000 h 6870273"/>
              <a:gd name="connsiteX7" fmla="*/ 3255632 w 6118846"/>
              <a:gd name="connsiteY7" fmla="*/ 0 h 6870273"/>
              <a:gd name="connsiteX8" fmla="*/ 0 w 6118846"/>
              <a:gd name="connsiteY8" fmla="*/ 0 h 6870273"/>
              <a:gd name="connsiteX9" fmla="*/ 5529589 w 6118846"/>
              <a:gd name="connsiteY9" fmla="*/ 0 h 6870273"/>
              <a:gd name="connsiteX10" fmla="*/ 5680057 w 6118846"/>
              <a:gd name="connsiteY10" fmla="*/ 6857999 h 6870273"/>
              <a:gd name="connsiteX11" fmla="*/ 21365 w 6118846"/>
              <a:gd name="connsiteY11" fmla="*/ 6870273 h 6870273"/>
              <a:gd name="connsiteX12" fmla="*/ 0 w 6118846"/>
              <a:gd name="connsiteY12" fmla="*/ 0 h 6870273"/>
              <a:gd name="connsiteX0" fmla="*/ 3452013 w 6118846"/>
              <a:gd name="connsiteY0" fmla="*/ 6137 h 6870273"/>
              <a:gd name="connsiteX1" fmla="*/ 5968378 w 6118846"/>
              <a:gd name="connsiteY1" fmla="*/ 0 h 6870273"/>
              <a:gd name="connsiteX2" fmla="*/ 6118846 w 6118846"/>
              <a:gd name="connsiteY2" fmla="*/ 6857999 h 6870273"/>
              <a:gd name="connsiteX3" fmla="*/ 5688769 w 6118846"/>
              <a:gd name="connsiteY3" fmla="*/ 6857177 h 6870273"/>
              <a:gd name="connsiteX4" fmla="*/ 5522630 w 6118846"/>
              <a:gd name="connsiteY4" fmla="*/ 6579974 h 6870273"/>
              <a:gd name="connsiteX5" fmla="*/ 5538794 w 6118846"/>
              <a:gd name="connsiteY5" fmla="*/ 0 h 6870273"/>
              <a:gd name="connsiteX6" fmla="*/ 3139031 w 6118846"/>
              <a:gd name="connsiteY6" fmla="*/ 7000 h 6870273"/>
              <a:gd name="connsiteX7" fmla="*/ 3452013 w 6118846"/>
              <a:gd name="connsiteY7" fmla="*/ 6137 h 6870273"/>
              <a:gd name="connsiteX8" fmla="*/ 0 w 6118846"/>
              <a:gd name="connsiteY8" fmla="*/ 0 h 6870273"/>
              <a:gd name="connsiteX9" fmla="*/ 5529589 w 6118846"/>
              <a:gd name="connsiteY9" fmla="*/ 0 h 6870273"/>
              <a:gd name="connsiteX10" fmla="*/ 5680057 w 6118846"/>
              <a:gd name="connsiteY10" fmla="*/ 6857999 h 6870273"/>
              <a:gd name="connsiteX11" fmla="*/ 21365 w 6118846"/>
              <a:gd name="connsiteY11" fmla="*/ 6870273 h 6870273"/>
              <a:gd name="connsiteX12" fmla="*/ 0 w 6118846"/>
              <a:gd name="connsiteY12" fmla="*/ 0 h 687027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6118846" h="6870273">
                <a:moveTo>
                  <a:pt x="3452013" y="6137"/>
                </a:moveTo>
                <a:lnTo>
                  <a:pt x="5968378" y="0"/>
                </a:lnTo>
                <a:cubicBezTo>
                  <a:pt x="5275968" y="1144534"/>
                  <a:pt x="4252164" y="3884665"/>
                  <a:pt x="6118846" y="6857999"/>
                </a:cubicBezTo>
                <a:lnTo>
                  <a:pt x="5688769" y="6857177"/>
                </a:lnTo>
                <a:lnTo>
                  <a:pt x="5522630" y="6579974"/>
                </a:lnTo>
                <a:cubicBezTo>
                  <a:pt x="3886244" y="3714965"/>
                  <a:pt x="4868022" y="1108768"/>
                  <a:pt x="5538794" y="0"/>
                </a:cubicBezTo>
                <a:lnTo>
                  <a:pt x="3139031" y="7000"/>
                </a:lnTo>
                <a:cubicBezTo>
                  <a:pt x="3139031" y="6712"/>
                  <a:pt x="3452013" y="6425"/>
                  <a:pt x="3452013" y="6137"/>
                </a:cubicBezTo>
                <a:close/>
                <a:moveTo>
                  <a:pt x="0" y="0"/>
                </a:moveTo>
                <a:lnTo>
                  <a:pt x="5529589" y="0"/>
                </a:lnTo>
                <a:cubicBezTo>
                  <a:pt x="4837179" y="1144534"/>
                  <a:pt x="3813375" y="3884665"/>
                  <a:pt x="5680057" y="6857999"/>
                </a:cubicBezTo>
                <a:lnTo>
                  <a:pt x="21365" y="6870273"/>
                </a:lnTo>
                <a:cubicBezTo>
                  <a:pt x="20380" y="4590410"/>
                  <a:pt x="985" y="2279863"/>
                  <a:pt x="0" y="0"/>
                </a:cubicBezTo>
                <a:close/>
              </a:path>
            </a:pathLst>
          </a:custGeom>
          <a:solidFill>
            <a:schemeClr val="bg2"/>
          </a:solidFill>
        </p:spPr>
        <p:txBody>
          <a:bodyPr wrap="square">
            <a:noAutofit/>
          </a:bodyPr>
          <a:lstStyle/>
          <a:p>
            <a:endParaRPr lang="nl-NL" dirty="0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CC688360-AAFE-B0D3-DBB4-B0CFBDFA6C2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490318" y="368504"/>
            <a:ext cx="5212800" cy="2305077"/>
          </a:xfrm>
          <a:noFill/>
        </p:spPr>
        <p:txBody>
          <a:bodyPr lIns="72000" rIns="360000" anchor="b" anchorCtr="0">
            <a:noAutofit/>
          </a:bodyPr>
          <a:lstStyle>
            <a:lvl1pPr algn="l">
              <a:defRPr sz="4000" b="1" i="0">
                <a:solidFill>
                  <a:srgbClr val="001158"/>
                </a:solidFill>
                <a:latin typeface="Merriweather" pitchFamily="2" charset="77"/>
              </a:defRPr>
            </a:lvl1pPr>
          </a:lstStyle>
          <a:p>
            <a:endParaRPr lang="nl-NL" dirty="0"/>
          </a:p>
        </p:txBody>
      </p:sp>
      <p:sp>
        <p:nvSpPr>
          <p:cNvPr id="3" name="Ondertitel 2">
            <a:extLst>
              <a:ext uri="{FF2B5EF4-FFF2-40B4-BE49-F238E27FC236}">
                <a16:creationId xmlns:a16="http://schemas.microsoft.com/office/drawing/2014/main" id="{3713051C-B727-8990-F733-2E7ED206749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490317" y="2739443"/>
            <a:ext cx="5212799" cy="757020"/>
          </a:xfrm>
        </p:spPr>
        <p:txBody>
          <a:bodyPr vert="horz" lIns="91440" tIns="45720" rIns="91440" bIns="45720" rtlCol="0">
            <a:noAutofit/>
          </a:bodyPr>
          <a:lstStyle>
            <a:lvl1pPr>
              <a:defRPr lang="nl-NL" sz="2200" baseline="0" dirty="0">
                <a:latin typeface="Vestula Pro" panose="020B0A03060302020204" pitchFamily="34" charset="0"/>
              </a:defRPr>
            </a:lvl1pPr>
          </a:lstStyle>
          <a:p>
            <a:pPr marL="0" lvl="0" indent="0">
              <a:buNone/>
            </a:pP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377271490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olgpagina - 01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F962088-BBD5-6AB5-760D-3688AF2836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07086" y="365125"/>
            <a:ext cx="8346713" cy="1325563"/>
          </a:xfrm>
        </p:spPr>
        <p:txBody>
          <a:bodyPr/>
          <a:lstStyle>
            <a:lvl1pPr>
              <a:defRPr b="0" i="0">
                <a:latin typeface="Merriweather" pitchFamily="2" charset="77"/>
              </a:defRPr>
            </a:lvl1pPr>
          </a:lstStyle>
          <a:p>
            <a:endParaRPr lang="nl-NL" dirty="0"/>
          </a:p>
        </p:txBody>
      </p:sp>
      <p:sp>
        <p:nvSpPr>
          <p:cNvPr id="18" name="Tijdelijke aanduiding voor afbeelding 17">
            <a:extLst>
              <a:ext uri="{FF2B5EF4-FFF2-40B4-BE49-F238E27FC236}">
                <a16:creationId xmlns:a16="http://schemas.microsoft.com/office/drawing/2014/main" id="{2EC20397-C339-4975-0412-4D44B10366B8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-6137"/>
            <a:ext cx="3209949" cy="6864137"/>
          </a:xfrm>
          <a:custGeom>
            <a:avLst/>
            <a:gdLst>
              <a:gd name="connsiteX0" fmla="*/ 441972 w 3648853"/>
              <a:gd name="connsiteY0" fmla="*/ 0 h 6864136"/>
              <a:gd name="connsiteX1" fmla="*/ 3498385 w 3648853"/>
              <a:gd name="connsiteY1" fmla="*/ 6137 h 6864136"/>
              <a:gd name="connsiteX2" fmla="*/ 3648853 w 3648853"/>
              <a:gd name="connsiteY2" fmla="*/ 6864136 h 6864136"/>
              <a:gd name="connsiteX3" fmla="*/ 3218776 w 3648853"/>
              <a:gd name="connsiteY3" fmla="*/ 6863314 h 6864136"/>
              <a:gd name="connsiteX4" fmla="*/ 3052637 w 3648853"/>
              <a:gd name="connsiteY4" fmla="*/ 6586111 h 6864136"/>
              <a:gd name="connsiteX5" fmla="*/ 3068801 w 3648853"/>
              <a:gd name="connsiteY5" fmla="*/ 6137 h 6864136"/>
              <a:gd name="connsiteX6" fmla="*/ 441972 w 3648853"/>
              <a:gd name="connsiteY6" fmla="*/ 863 h 6864136"/>
              <a:gd name="connsiteX7" fmla="*/ 3183 w 3648853"/>
              <a:gd name="connsiteY7" fmla="*/ 0 h 6864136"/>
              <a:gd name="connsiteX8" fmla="*/ 3059596 w 3648853"/>
              <a:gd name="connsiteY8" fmla="*/ 6137 h 6864136"/>
              <a:gd name="connsiteX9" fmla="*/ 3210064 w 3648853"/>
              <a:gd name="connsiteY9" fmla="*/ 6864136 h 6864136"/>
              <a:gd name="connsiteX10" fmla="*/ 0 w 3648853"/>
              <a:gd name="connsiteY10" fmla="*/ 6858000 h 6864136"/>
              <a:gd name="connsiteX0" fmla="*/ 785639 w 3648853"/>
              <a:gd name="connsiteY0" fmla="*/ 6137 h 6864136"/>
              <a:gd name="connsiteX1" fmla="*/ 3498385 w 3648853"/>
              <a:gd name="connsiteY1" fmla="*/ 6137 h 6864136"/>
              <a:gd name="connsiteX2" fmla="*/ 3648853 w 3648853"/>
              <a:gd name="connsiteY2" fmla="*/ 6864136 h 6864136"/>
              <a:gd name="connsiteX3" fmla="*/ 3218776 w 3648853"/>
              <a:gd name="connsiteY3" fmla="*/ 6863314 h 6864136"/>
              <a:gd name="connsiteX4" fmla="*/ 3052637 w 3648853"/>
              <a:gd name="connsiteY4" fmla="*/ 6586111 h 6864136"/>
              <a:gd name="connsiteX5" fmla="*/ 3068801 w 3648853"/>
              <a:gd name="connsiteY5" fmla="*/ 6137 h 6864136"/>
              <a:gd name="connsiteX6" fmla="*/ 441972 w 3648853"/>
              <a:gd name="connsiteY6" fmla="*/ 863 h 6864136"/>
              <a:gd name="connsiteX7" fmla="*/ 785639 w 3648853"/>
              <a:gd name="connsiteY7" fmla="*/ 6137 h 6864136"/>
              <a:gd name="connsiteX8" fmla="*/ 3183 w 3648853"/>
              <a:gd name="connsiteY8" fmla="*/ 0 h 6864136"/>
              <a:gd name="connsiteX9" fmla="*/ 3059596 w 3648853"/>
              <a:gd name="connsiteY9" fmla="*/ 6137 h 6864136"/>
              <a:gd name="connsiteX10" fmla="*/ 3210064 w 3648853"/>
              <a:gd name="connsiteY10" fmla="*/ 6864136 h 6864136"/>
              <a:gd name="connsiteX11" fmla="*/ 0 w 3648853"/>
              <a:gd name="connsiteY11" fmla="*/ 6858000 h 6864136"/>
              <a:gd name="connsiteX12" fmla="*/ 3183 w 3648853"/>
              <a:gd name="connsiteY12" fmla="*/ 0 h 6864136"/>
              <a:gd name="connsiteX0" fmla="*/ 785639 w 3648853"/>
              <a:gd name="connsiteY0" fmla="*/ 6137 h 6864136"/>
              <a:gd name="connsiteX1" fmla="*/ 3498385 w 3648853"/>
              <a:gd name="connsiteY1" fmla="*/ 6137 h 6864136"/>
              <a:gd name="connsiteX2" fmla="*/ 3648853 w 3648853"/>
              <a:gd name="connsiteY2" fmla="*/ 6864136 h 6864136"/>
              <a:gd name="connsiteX3" fmla="*/ 3218776 w 3648853"/>
              <a:gd name="connsiteY3" fmla="*/ 6863314 h 6864136"/>
              <a:gd name="connsiteX4" fmla="*/ 3052637 w 3648853"/>
              <a:gd name="connsiteY4" fmla="*/ 6586111 h 6864136"/>
              <a:gd name="connsiteX5" fmla="*/ 3068801 w 3648853"/>
              <a:gd name="connsiteY5" fmla="*/ 6137 h 6864136"/>
              <a:gd name="connsiteX6" fmla="*/ 669038 w 3648853"/>
              <a:gd name="connsiteY6" fmla="*/ 13137 h 6864136"/>
              <a:gd name="connsiteX7" fmla="*/ 785639 w 3648853"/>
              <a:gd name="connsiteY7" fmla="*/ 6137 h 6864136"/>
              <a:gd name="connsiteX8" fmla="*/ 3183 w 3648853"/>
              <a:gd name="connsiteY8" fmla="*/ 0 h 6864136"/>
              <a:gd name="connsiteX9" fmla="*/ 3059596 w 3648853"/>
              <a:gd name="connsiteY9" fmla="*/ 6137 h 6864136"/>
              <a:gd name="connsiteX10" fmla="*/ 3210064 w 3648853"/>
              <a:gd name="connsiteY10" fmla="*/ 6864136 h 6864136"/>
              <a:gd name="connsiteX11" fmla="*/ 0 w 3648853"/>
              <a:gd name="connsiteY11" fmla="*/ 6858000 h 6864136"/>
              <a:gd name="connsiteX12" fmla="*/ 3183 w 3648853"/>
              <a:gd name="connsiteY12" fmla="*/ 0 h 6864136"/>
              <a:gd name="connsiteX0" fmla="*/ 785639 w 3648853"/>
              <a:gd name="connsiteY0" fmla="*/ 6137 h 6864136"/>
              <a:gd name="connsiteX1" fmla="*/ 3498385 w 3648853"/>
              <a:gd name="connsiteY1" fmla="*/ 6137 h 6864136"/>
              <a:gd name="connsiteX2" fmla="*/ 3648853 w 3648853"/>
              <a:gd name="connsiteY2" fmla="*/ 6864136 h 6864136"/>
              <a:gd name="connsiteX3" fmla="*/ 3218776 w 3648853"/>
              <a:gd name="connsiteY3" fmla="*/ 6863314 h 6864136"/>
              <a:gd name="connsiteX4" fmla="*/ 3052637 w 3648853"/>
              <a:gd name="connsiteY4" fmla="*/ 6586111 h 6864136"/>
              <a:gd name="connsiteX5" fmla="*/ 3068801 w 3648853"/>
              <a:gd name="connsiteY5" fmla="*/ 6137 h 6864136"/>
              <a:gd name="connsiteX6" fmla="*/ 669038 w 3648853"/>
              <a:gd name="connsiteY6" fmla="*/ 13137 h 6864136"/>
              <a:gd name="connsiteX7" fmla="*/ 785639 w 3648853"/>
              <a:gd name="connsiteY7" fmla="*/ 6137 h 6864136"/>
              <a:gd name="connsiteX8" fmla="*/ 371398 w 3648853"/>
              <a:gd name="connsiteY8" fmla="*/ 0 h 6864136"/>
              <a:gd name="connsiteX9" fmla="*/ 3059596 w 3648853"/>
              <a:gd name="connsiteY9" fmla="*/ 6137 h 6864136"/>
              <a:gd name="connsiteX10" fmla="*/ 3210064 w 3648853"/>
              <a:gd name="connsiteY10" fmla="*/ 6864136 h 6864136"/>
              <a:gd name="connsiteX11" fmla="*/ 0 w 3648853"/>
              <a:gd name="connsiteY11" fmla="*/ 6858000 h 6864136"/>
              <a:gd name="connsiteX12" fmla="*/ 371398 w 3648853"/>
              <a:gd name="connsiteY12" fmla="*/ 0 h 6864136"/>
              <a:gd name="connsiteX0" fmla="*/ 785639 w 3648853"/>
              <a:gd name="connsiteY0" fmla="*/ 0 h 6857999"/>
              <a:gd name="connsiteX1" fmla="*/ 3498385 w 3648853"/>
              <a:gd name="connsiteY1" fmla="*/ 0 h 6857999"/>
              <a:gd name="connsiteX2" fmla="*/ 3648853 w 3648853"/>
              <a:gd name="connsiteY2" fmla="*/ 6857999 h 6857999"/>
              <a:gd name="connsiteX3" fmla="*/ 3218776 w 3648853"/>
              <a:gd name="connsiteY3" fmla="*/ 6857177 h 6857999"/>
              <a:gd name="connsiteX4" fmla="*/ 3052637 w 3648853"/>
              <a:gd name="connsiteY4" fmla="*/ 6579974 h 6857999"/>
              <a:gd name="connsiteX5" fmla="*/ 3068801 w 3648853"/>
              <a:gd name="connsiteY5" fmla="*/ 0 h 6857999"/>
              <a:gd name="connsiteX6" fmla="*/ 669038 w 3648853"/>
              <a:gd name="connsiteY6" fmla="*/ 7000 h 6857999"/>
              <a:gd name="connsiteX7" fmla="*/ 785639 w 3648853"/>
              <a:gd name="connsiteY7" fmla="*/ 0 h 6857999"/>
              <a:gd name="connsiteX8" fmla="*/ 487999 w 3648853"/>
              <a:gd name="connsiteY8" fmla="*/ 6137 h 6857999"/>
              <a:gd name="connsiteX9" fmla="*/ 3059596 w 3648853"/>
              <a:gd name="connsiteY9" fmla="*/ 0 h 6857999"/>
              <a:gd name="connsiteX10" fmla="*/ 3210064 w 3648853"/>
              <a:gd name="connsiteY10" fmla="*/ 6857999 h 6857999"/>
              <a:gd name="connsiteX11" fmla="*/ 0 w 3648853"/>
              <a:gd name="connsiteY11" fmla="*/ 6851863 h 6857999"/>
              <a:gd name="connsiteX12" fmla="*/ 487999 w 3648853"/>
              <a:gd name="connsiteY12" fmla="*/ 6137 h 6857999"/>
              <a:gd name="connsiteX0" fmla="*/ 785639 w 3648853"/>
              <a:gd name="connsiteY0" fmla="*/ 0 h 6857999"/>
              <a:gd name="connsiteX1" fmla="*/ 3498385 w 3648853"/>
              <a:gd name="connsiteY1" fmla="*/ 0 h 6857999"/>
              <a:gd name="connsiteX2" fmla="*/ 3648853 w 3648853"/>
              <a:gd name="connsiteY2" fmla="*/ 6857999 h 6857999"/>
              <a:gd name="connsiteX3" fmla="*/ 3218776 w 3648853"/>
              <a:gd name="connsiteY3" fmla="*/ 6857177 h 6857999"/>
              <a:gd name="connsiteX4" fmla="*/ 3052637 w 3648853"/>
              <a:gd name="connsiteY4" fmla="*/ 6579974 h 6857999"/>
              <a:gd name="connsiteX5" fmla="*/ 3068801 w 3648853"/>
              <a:gd name="connsiteY5" fmla="*/ 0 h 6857999"/>
              <a:gd name="connsiteX6" fmla="*/ 669038 w 3648853"/>
              <a:gd name="connsiteY6" fmla="*/ 7000 h 6857999"/>
              <a:gd name="connsiteX7" fmla="*/ 785639 w 3648853"/>
              <a:gd name="connsiteY7" fmla="*/ 0 h 6857999"/>
              <a:gd name="connsiteX8" fmla="*/ 438904 w 3648853"/>
              <a:gd name="connsiteY8" fmla="*/ 6137 h 6857999"/>
              <a:gd name="connsiteX9" fmla="*/ 3059596 w 3648853"/>
              <a:gd name="connsiteY9" fmla="*/ 0 h 6857999"/>
              <a:gd name="connsiteX10" fmla="*/ 3210064 w 3648853"/>
              <a:gd name="connsiteY10" fmla="*/ 6857999 h 6857999"/>
              <a:gd name="connsiteX11" fmla="*/ 0 w 3648853"/>
              <a:gd name="connsiteY11" fmla="*/ 6851863 h 6857999"/>
              <a:gd name="connsiteX12" fmla="*/ 438904 w 3648853"/>
              <a:gd name="connsiteY12" fmla="*/ 6137 h 6857999"/>
              <a:gd name="connsiteX0" fmla="*/ 346735 w 3209949"/>
              <a:gd name="connsiteY0" fmla="*/ 0 h 6857999"/>
              <a:gd name="connsiteX1" fmla="*/ 3059481 w 3209949"/>
              <a:gd name="connsiteY1" fmla="*/ 0 h 6857999"/>
              <a:gd name="connsiteX2" fmla="*/ 3209949 w 3209949"/>
              <a:gd name="connsiteY2" fmla="*/ 6857999 h 6857999"/>
              <a:gd name="connsiteX3" fmla="*/ 2779872 w 3209949"/>
              <a:gd name="connsiteY3" fmla="*/ 6857177 h 6857999"/>
              <a:gd name="connsiteX4" fmla="*/ 2613733 w 3209949"/>
              <a:gd name="connsiteY4" fmla="*/ 6579974 h 6857999"/>
              <a:gd name="connsiteX5" fmla="*/ 2629897 w 3209949"/>
              <a:gd name="connsiteY5" fmla="*/ 0 h 6857999"/>
              <a:gd name="connsiteX6" fmla="*/ 230134 w 3209949"/>
              <a:gd name="connsiteY6" fmla="*/ 7000 h 6857999"/>
              <a:gd name="connsiteX7" fmla="*/ 346735 w 3209949"/>
              <a:gd name="connsiteY7" fmla="*/ 0 h 6857999"/>
              <a:gd name="connsiteX8" fmla="*/ 0 w 3209949"/>
              <a:gd name="connsiteY8" fmla="*/ 6137 h 6857999"/>
              <a:gd name="connsiteX9" fmla="*/ 2620692 w 3209949"/>
              <a:gd name="connsiteY9" fmla="*/ 0 h 6857999"/>
              <a:gd name="connsiteX10" fmla="*/ 2771160 w 3209949"/>
              <a:gd name="connsiteY10" fmla="*/ 6857999 h 6857999"/>
              <a:gd name="connsiteX11" fmla="*/ 2954 w 3209949"/>
              <a:gd name="connsiteY11" fmla="*/ 6845726 h 6857999"/>
              <a:gd name="connsiteX12" fmla="*/ 0 w 3209949"/>
              <a:gd name="connsiteY12" fmla="*/ 6137 h 6857999"/>
              <a:gd name="connsiteX0" fmla="*/ 346735 w 3209949"/>
              <a:gd name="connsiteY0" fmla="*/ 0 h 6864137"/>
              <a:gd name="connsiteX1" fmla="*/ 3059481 w 3209949"/>
              <a:gd name="connsiteY1" fmla="*/ 0 h 6864137"/>
              <a:gd name="connsiteX2" fmla="*/ 3209949 w 3209949"/>
              <a:gd name="connsiteY2" fmla="*/ 6857999 h 6864137"/>
              <a:gd name="connsiteX3" fmla="*/ 2779872 w 3209949"/>
              <a:gd name="connsiteY3" fmla="*/ 6857177 h 6864137"/>
              <a:gd name="connsiteX4" fmla="*/ 2613733 w 3209949"/>
              <a:gd name="connsiteY4" fmla="*/ 6579974 h 6864137"/>
              <a:gd name="connsiteX5" fmla="*/ 2629897 w 3209949"/>
              <a:gd name="connsiteY5" fmla="*/ 0 h 6864137"/>
              <a:gd name="connsiteX6" fmla="*/ 230134 w 3209949"/>
              <a:gd name="connsiteY6" fmla="*/ 7000 h 6864137"/>
              <a:gd name="connsiteX7" fmla="*/ 346735 w 3209949"/>
              <a:gd name="connsiteY7" fmla="*/ 0 h 6864137"/>
              <a:gd name="connsiteX8" fmla="*/ 0 w 3209949"/>
              <a:gd name="connsiteY8" fmla="*/ 6137 h 6864137"/>
              <a:gd name="connsiteX9" fmla="*/ 2620692 w 3209949"/>
              <a:gd name="connsiteY9" fmla="*/ 0 h 6864137"/>
              <a:gd name="connsiteX10" fmla="*/ 2771160 w 3209949"/>
              <a:gd name="connsiteY10" fmla="*/ 6857999 h 6864137"/>
              <a:gd name="connsiteX11" fmla="*/ 2954 w 3209949"/>
              <a:gd name="connsiteY11" fmla="*/ 6864137 h 6864137"/>
              <a:gd name="connsiteX12" fmla="*/ 0 w 3209949"/>
              <a:gd name="connsiteY12" fmla="*/ 6137 h 686413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3209949" h="6864137">
                <a:moveTo>
                  <a:pt x="346735" y="0"/>
                </a:moveTo>
                <a:lnTo>
                  <a:pt x="3059481" y="0"/>
                </a:lnTo>
                <a:cubicBezTo>
                  <a:pt x="2367071" y="1144534"/>
                  <a:pt x="1343267" y="3884665"/>
                  <a:pt x="3209949" y="6857999"/>
                </a:cubicBezTo>
                <a:lnTo>
                  <a:pt x="2779872" y="6857177"/>
                </a:lnTo>
                <a:lnTo>
                  <a:pt x="2613733" y="6579974"/>
                </a:lnTo>
                <a:cubicBezTo>
                  <a:pt x="977347" y="3714965"/>
                  <a:pt x="1959125" y="1108768"/>
                  <a:pt x="2629897" y="0"/>
                </a:cubicBezTo>
                <a:lnTo>
                  <a:pt x="230134" y="7000"/>
                </a:lnTo>
                <a:cubicBezTo>
                  <a:pt x="230134" y="6712"/>
                  <a:pt x="346735" y="288"/>
                  <a:pt x="346735" y="0"/>
                </a:cubicBezTo>
                <a:close/>
                <a:moveTo>
                  <a:pt x="0" y="6137"/>
                </a:moveTo>
                <a:lnTo>
                  <a:pt x="2620692" y="0"/>
                </a:lnTo>
                <a:cubicBezTo>
                  <a:pt x="1928282" y="1144534"/>
                  <a:pt x="904478" y="3884665"/>
                  <a:pt x="2771160" y="6857999"/>
                </a:cubicBezTo>
                <a:lnTo>
                  <a:pt x="2954" y="6864137"/>
                </a:lnTo>
                <a:cubicBezTo>
                  <a:pt x="1969" y="4584274"/>
                  <a:pt x="985" y="2286000"/>
                  <a:pt x="0" y="6137"/>
                </a:cubicBezTo>
                <a:close/>
              </a:path>
            </a:pathLst>
          </a:custGeom>
          <a:solidFill>
            <a:schemeClr val="bg2"/>
          </a:solidFill>
        </p:spPr>
        <p:txBody>
          <a:bodyPr wrap="square">
            <a:noAutofit/>
          </a:bodyPr>
          <a:lstStyle/>
          <a:p>
            <a:endParaRPr lang="nl-NL" dirty="0"/>
          </a:p>
        </p:txBody>
      </p:sp>
      <p:sp>
        <p:nvSpPr>
          <p:cNvPr id="5" name="Tijdelijke aanduiding voor tekst 4">
            <a:extLst>
              <a:ext uri="{FF2B5EF4-FFF2-40B4-BE49-F238E27FC236}">
                <a16:creationId xmlns:a16="http://schemas.microsoft.com/office/drawing/2014/main" id="{83C7B6FA-D4F6-9982-DC4D-88249182ED85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006725" y="2036763"/>
            <a:ext cx="8346713" cy="4046537"/>
          </a:xfrm>
        </p:spPr>
        <p:txBody>
          <a:bodyPr/>
          <a:lstStyle/>
          <a:p>
            <a:pPr lvl="0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0868914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Volgpagina - 01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F962088-BBD5-6AB5-760D-3688AF2836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07086" y="365125"/>
            <a:ext cx="8346713" cy="1325563"/>
          </a:xfrm>
        </p:spPr>
        <p:txBody>
          <a:bodyPr/>
          <a:lstStyle>
            <a:lvl1pPr>
              <a:defRPr b="0" i="0">
                <a:latin typeface="Merriweather" pitchFamily="2" charset="77"/>
              </a:defRPr>
            </a:lvl1pPr>
          </a:lstStyle>
          <a:p>
            <a:endParaRPr lang="nl-NL" dirty="0"/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AD17FC0D-7DB9-6A85-CC26-55CB498D788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07086" y="1825625"/>
            <a:ext cx="8346714" cy="4351338"/>
          </a:xfrm>
        </p:spPr>
        <p:txBody>
          <a:bodyPr/>
          <a:lstStyle>
            <a:lvl1pPr>
              <a:defRPr b="0" i="0">
                <a:latin typeface="Merriweather" pitchFamily="2" charset="77"/>
              </a:defRPr>
            </a:lvl1pPr>
            <a:lvl2pPr>
              <a:defRPr b="0" i="0">
                <a:latin typeface="Merriweather" pitchFamily="2" charset="77"/>
              </a:defRPr>
            </a:lvl2pPr>
            <a:lvl3pPr>
              <a:defRPr b="0" i="0">
                <a:latin typeface="Merriweather" pitchFamily="2" charset="77"/>
              </a:defRPr>
            </a:lvl3pPr>
            <a:lvl4pPr>
              <a:defRPr b="0" i="0">
                <a:latin typeface="Merriweather" pitchFamily="2" charset="77"/>
              </a:defRPr>
            </a:lvl4pPr>
            <a:lvl5pPr>
              <a:defRPr b="0" i="0">
                <a:latin typeface="Merriweather" pitchFamily="2" charset="77"/>
              </a:defRPr>
            </a:lvl5pPr>
          </a:lstStyle>
          <a:p>
            <a:pPr lvl="0"/>
            <a:endParaRPr lang="nl-NL" dirty="0"/>
          </a:p>
        </p:txBody>
      </p:sp>
      <p:sp>
        <p:nvSpPr>
          <p:cNvPr id="18" name="Tijdelijke aanduiding voor afbeelding 17">
            <a:extLst>
              <a:ext uri="{FF2B5EF4-FFF2-40B4-BE49-F238E27FC236}">
                <a16:creationId xmlns:a16="http://schemas.microsoft.com/office/drawing/2014/main" id="{2EC20397-C339-4975-0412-4D44B10366B8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-6137"/>
            <a:ext cx="3209949" cy="6864137"/>
          </a:xfrm>
          <a:custGeom>
            <a:avLst/>
            <a:gdLst>
              <a:gd name="connsiteX0" fmla="*/ 441972 w 3648853"/>
              <a:gd name="connsiteY0" fmla="*/ 0 h 6864136"/>
              <a:gd name="connsiteX1" fmla="*/ 3498385 w 3648853"/>
              <a:gd name="connsiteY1" fmla="*/ 6137 h 6864136"/>
              <a:gd name="connsiteX2" fmla="*/ 3648853 w 3648853"/>
              <a:gd name="connsiteY2" fmla="*/ 6864136 h 6864136"/>
              <a:gd name="connsiteX3" fmla="*/ 3218776 w 3648853"/>
              <a:gd name="connsiteY3" fmla="*/ 6863314 h 6864136"/>
              <a:gd name="connsiteX4" fmla="*/ 3052637 w 3648853"/>
              <a:gd name="connsiteY4" fmla="*/ 6586111 h 6864136"/>
              <a:gd name="connsiteX5" fmla="*/ 3068801 w 3648853"/>
              <a:gd name="connsiteY5" fmla="*/ 6137 h 6864136"/>
              <a:gd name="connsiteX6" fmla="*/ 441972 w 3648853"/>
              <a:gd name="connsiteY6" fmla="*/ 863 h 6864136"/>
              <a:gd name="connsiteX7" fmla="*/ 3183 w 3648853"/>
              <a:gd name="connsiteY7" fmla="*/ 0 h 6864136"/>
              <a:gd name="connsiteX8" fmla="*/ 3059596 w 3648853"/>
              <a:gd name="connsiteY8" fmla="*/ 6137 h 6864136"/>
              <a:gd name="connsiteX9" fmla="*/ 3210064 w 3648853"/>
              <a:gd name="connsiteY9" fmla="*/ 6864136 h 6864136"/>
              <a:gd name="connsiteX10" fmla="*/ 0 w 3648853"/>
              <a:gd name="connsiteY10" fmla="*/ 6858000 h 6864136"/>
              <a:gd name="connsiteX0" fmla="*/ 785639 w 3648853"/>
              <a:gd name="connsiteY0" fmla="*/ 6137 h 6864136"/>
              <a:gd name="connsiteX1" fmla="*/ 3498385 w 3648853"/>
              <a:gd name="connsiteY1" fmla="*/ 6137 h 6864136"/>
              <a:gd name="connsiteX2" fmla="*/ 3648853 w 3648853"/>
              <a:gd name="connsiteY2" fmla="*/ 6864136 h 6864136"/>
              <a:gd name="connsiteX3" fmla="*/ 3218776 w 3648853"/>
              <a:gd name="connsiteY3" fmla="*/ 6863314 h 6864136"/>
              <a:gd name="connsiteX4" fmla="*/ 3052637 w 3648853"/>
              <a:gd name="connsiteY4" fmla="*/ 6586111 h 6864136"/>
              <a:gd name="connsiteX5" fmla="*/ 3068801 w 3648853"/>
              <a:gd name="connsiteY5" fmla="*/ 6137 h 6864136"/>
              <a:gd name="connsiteX6" fmla="*/ 441972 w 3648853"/>
              <a:gd name="connsiteY6" fmla="*/ 863 h 6864136"/>
              <a:gd name="connsiteX7" fmla="*/ 785639 w 3648853"/>
              <a:gd name="connsiteY7" fmla="*/ 6137 h 6864136"/>
              <a:gd name="connsiteX8" fmla="*/ 3183 w 3648853"/>
              <a:gd name="connsiteY8" fmla="*/ 0 h 6864136"/>
              <a:gd name="connsiteX9" fmla="*/ 3059596 w 3648853"/>
              <a:gd name="connsiteY9" fmla="*/ 6137 h 6864136"/>
              <a:gd name="connsiteX10" fmla="*/ 3210064 w 3648853"/>
              <a:gd name="connsiteY10" fmla="*/ 6864136 h 6864136"/>
              <a:gd name="connsiteX11" fmla="*/ 0 w 3648853"/>
              <a:gd name="connsiteY11" fmla="*/ 6858000 h 6864136"/>
              <a:gd name="connsiteX12" fmla="*/ 3183 w 3648853"/>
              <a:gd name="connsiteY12" fmla="*/ 0 h 6864136"/>
              <a:gd name="connsiteX0" fmla="*/ 785639 w 3648853"/>
              <a:gd name="connsiteY0" fmla="*/ 6137 h 6864136"/>
              <a:gd name="connsiteX1" fmla="*/ 3498385 w 3648853"/>
              <a:gd name="connsiteY1" fmla="*/ 6137 h 6864136"/>
              <a:gd name="connsiteX2" fmla="*/ 3648853 w 3648853"/>
              <a:gd name="connsiteY2" fmla="*/ 6864136 h 6864136"/>
              <a:gd name="connsiteX3" fmla="*/ 3218776 w 3648853"/>
              <a:gd name="connsiteY3" fmla="*/ 6863314 h 6864136"/>
              <a:gd name="connsiteX4" fmla="*/ 3052637 w 3648853"/>
              <a:gd name="connsiteY4" fmla="*/ 6586111 h 6864136"/>
              <a:gd name="connsiteX5" fmla="*/ 3068801 w 3648853"/>
              <a:gd name="connsiteY5" fmla="*/ 6137 h 6864136"/>
              <a:gd name="connsiteX6" fmla="*/ 669038 w 3648853"/>
              <a:gd name="connsiteY6" fmla="*/ 13137 h 6864136"/>
              <a:gd name="connsiteX7" fmla="*/ 785639 w 3648853"/>
              <a:gd name="connsiteY7" fmla="*/ 6137 h 6864136"/>
              <a:gd name="connsiteX8" fmla="*/ 3183 w 3648853"/>
              <a:gd name="connsiteY8" fmla="*/ 0 h 6864136"/>
              <a:gd name="connsiteX9" fmla="*/ 3059596 w 3648853"/>
              <a:gd name="connsiteY9" fmla="*/ 6137 h 6864136"/>
              <a:gd name="connsiteX10" fmla="*/ 3210064 w 3648853"/>
              <a:gd name="connsiteY10" fmla="*/ 6864136 h 6864136"/>
              <a:gd name="connsiteX11" fmla="*/ 0 w 3648853"/>
              <a:gd name="connsiteY11" fmla="*/ 6858000 h 6864136"/>
              <a:gd name="connsiteX12" fmla="*/ 3183 w 3648853"/>
              <a:gd name="connsiteY12" fmla="*/ 0 h 6864136"/>
              <a:gd name="connsiteX0" fmla="*/ 785639 w 3648853"/>
              <a:gd name="connsiteY0" fmla="*/ 6137 h 6864136"/>
              <a:gd name="connsiteX1" fmla="*/ 3498385 w 3648853"/>
              <a:gd name="connsiteY1" fmla="*/ 6137 h 6864136"/>
              <a:gd name="connsiteX2" fmla="*/ 3648853 w 3648853"/>
              <a:gd name="connsiteY2" fmla="*/ 6864136 h 6864136"/>
              <a:gd name="connsiteX3" fmla="*/ 3218776 w 3648853"/>
              <a:gd name="connsiteY3" fmla="*/ 6863314 h 6864136"/>
              <a:gd name="connsiteX4" fmla="*/ 3052637 w 3648853"/>
              <a:gd name="connsiteY4" fmla="*/ 6586111 h 6864136"/>
              <a:gd name="connsiteX5" fmla="*/ 3068801 w 3648853"/>
              <a:gd name="connsiteY5" fmla="*/ 6137 h 6864136"/>
              <a:gd name="connsiteX6" fmla="*/ 669038 w 3648853"/>
              <a:gd name="connsiteY6" fmla="*/ 13137 h 6864136"/>
              <a:gd name="connsiteX7" fmla="*/ 785639 w 3648853"/>
              <a:gd name="connsiteY7" fmla="*/ 6137 h 6864136"/>
              <a:gd name="connsiteX8" fmla="*/ 371398 w 3648853"/>
              <a:gd name="connsiteY8" fmla="*/ 0 h 6864136"/>
              <a:gd name="connsiteX9" fmla="*/ 3059596 w 3648853"/>
              <a:gd name="connsiteY9" fmla="*/ 6137 h 6864136"/>
              <a:gd name="connsiteX10" fmla="*/ 3210064 w 3648853"/>
              <a:gd name="connsiteY10" fmla="*/ 6864136 h 6864136"/>
              <a:gd name="connsiteX11" fmla="*/ 0 w 3648853"/>
              <a:gd name="connsiteY11" fmla="*/ 6858000 h 6864136"/>
              <a:gd name="connsiteX12" fmla="*/ 371398 w 3648853"/>
              <a:gd name="connsiteY12" fmla="*/ 0 h 6864136"/>
              <a:gd name="connsiteX0" fmla="*/ 785639 w 3648853"/>
              <a:gd name="connsiteY0" fmla="*/ 0 h 6857999"/>
              <a:gd name="connsiteX1" fmla="*/ 3498385 w 3648853"/>
              <a:gd name="connsiteY1" fmla="*/ 0 h 6857999"/>
              <a:gd name="connsiteX2" fmla="*/ 3648853 w 3648853"/>
              <a:gd name="connsiteY2" fmla="*/ 6857999 h 6857999"/>
              <a:gd name="connsiteX3" fmla="*/ 3218776 w 3648853"/>
              <a:gd name="connsiteY3" fmla="*/ 6857177 h 6857999"/>
              <a:gd name="connsiteX4" fmla="*/ 3052637 w 3648853"/>
              <a:gd name="connsiteY4" fmla="*/ 6579974 h 6857999"/>
              <a:gd name="connsiteX5" fmla="*/ 3068801 w 3648853"/>
              <a:gd name="connsiteY5" fmla="*/ 0 h 6857999"/>
              <a:gd name="connsiteX6" fmla="*/ 669038 w 3648853"/>
              <a:gd name="connsiteY6" fmla="*/ 7000 h 6857999"/>
              <a:gd name="connsiteX7" fmla="*/ 785639 w 3648853"/>
              <a:gd name="connsiteY7" fmla="*/ 0 h 6857999"/>
              <a:gd name="connsiteX8" fmla="*/ 487999 w 3648853"/>
              <a:gd name="connsiteY8" fmla="*/ 6137 h 6857999"/>
              <a:gd name="connsiteX9" fmla="*/ 3059596 w 3648853"/>
              <a:gd name="connsiteY9" fmla="*/ 0 h 6857999"/>
              <a:gd name="connsiteX10" fmla="*/ 3210064 w 3648853"/>
              <a:gd name="connsiteY10" fmla="*/ 6857999 h 6857999"/>
              <a:gd name="connsiteX11" fmla="*/ 0 w 3648853"/>
              <a:gd name="connsiteY11" fmla="*/ 6851863 h 6857999"/>
              <a:gd name="connsiteX12" fmla="*/ 487999 w 3648853"/>
              <a:gd name="connsiteY12" fmla="*/ 6137 h 6857999"/>
              <a:gd name="connsiteX0" fmla="*/ 785639 w 3648853"/>
              <a:gd name="connsiteY0" fmla="*/ 0 h 6857999"/>
              <a:gd name="connsiteX1" fmla="*/ 3498385 w 3648853"/>
              <a:gd name="connsiteY1" fmla="*/ 0 h 6857999"/>
              <a:gd name="connsiteX2" fmla="*/ 3648853 w 3648853"/>
              <a:gd name="connsiteY2" fmla="*/ 6857999 h 6857999"/>
              <a:gd name="connsiteX3" fmla="*/ 3218776 w 3648853"/>
              <a:gd name="connsiteY3" fmla="*/ 6857177 h 6857999"/>
              <a:gd name="connsiteX4" fmla="*/ 3052637 w 3648853"/>
              <a:gd name="connsiteY4" fmla="*/ 6579974 h 6857999"/>
              <a:gd name="connsiteX5" fmla="*/ 3068801 w 3648853"/>
              <a:gd name="connsiteY5" fmla="*/ 0 h 6857999"/>
              <a:gd name="connsiteX6" fmla="*/ 669038 w 3648853"/>
              <a:gd name="connsiteY6" fmla="*/ 7000 h 6857999"/>
              <a:gd name="connsiteX7" fmla="*/ 785639 w 3648853"/>
              <a:gd name="connsiteY7" fmla="*/ 0 h 6857999"/>
              <a:gd name="connsiteX8" fmla="*/ 438904 w 3648853"/>
              <a:gd name="connsiteY8" fmla="*/ 6137 h 6857999"/>
              <a:gd name="connsiteX9" fmla="*/ 3059596 w 3648853"/>
              <a:gd name="connsiteY9" fmla="*/ 0 h 6857999"/>
              <a:gd name="connsiteX10" fmla="*/ 3210064 w 3648853"/>
              <a:gd name="connsiteY10" fmla="*/ 6857999 h 6857999"/>
              <a:gd name="connsiteX11" fmla="*/ 0 w 3648853"/>
              <a:gd name="connsiteY11" fmla="*/ 6851863 h 6857999"/>
              <a:gd name="connsiteX12" fmla="*/ 438904 w 3648853"/>
              <a:gd name="connsiteY12" fmla="*/ 6137 h 6857999"/>
              <a:gd name="connsiteX0" fmla="*/ 346735 w 3209949"/>
              <a:gd name="connsiteY0" fmla="*/ 0 h 6857999"/>
              <a:gd name="connsiteX1" fmla="*/ 3059481 w 3209949"/>
              <a:gd name="connsiteY1" fmla="*/ 0 h 6857999"/>
              <a:gd name="connsiteX2" fmla="*/ 3209949 w 3209949"/>
              <a:gd name="connsiteY2" fmla="*/ 6857999 h 6857999"/>
              <a:gd name="connsiteX3" fmla="*/ 2779872 w 3209949"/>
              <a:gd name="connsiteY3" fmla="*/ 6857177 h 6857999"/>
              <a:gd name="connsiteX4" fmla="*/ 2613733 w 3209949"/>
              <a:gd name="connsiteY4" fmla="*/ 6579974 h 6857999"/>
              <a:gd name="connsiteX5" fmla="*/ 2629897 w 3209949"/>
              <a:gd name="connsiteY5" fmla="*/ 0 h 6857999"/>
              <a:gd name="connsiteX6" fmla="*/ 230134 w 3209949"/>
              <a:gd name="connsiteY6" fmla="*/ 7000 h 6857999"/>
              <a:gd name="connsiteX7" fmla="*/ 346735 w 3209949"/>
              <a:gd name="connsiteY7" fmla="*/ 0 h 6857999"/>
              <a:gd name="connsiteX8" fmla="*/ 0 w 3209949"/>
              <a:gd name="connsiteY8" fmla="*/ 6137 h 6857999"/>
              <a:gd name="connsiteX9" fmla="*/ 2620692 w 3209949"/>
              <a:gd name="connsiteY9" fmla="*/ 0 h 6857999"/>
              <a:gd name="connsiteX10" fmla="*/ 2771160 w 3209949"/>
              <a:gd name="connsiteY10" fmla="*/ 6857999 h 6857999"/>
              <a:gd name="connsiteX11" fmla="*/ 2954 w 3209949"/>
              <a:gd name="connsiteY11" fmla="*/ 6845726 h 6857999"/>
              <a:gd name="connsiteX12" fmla="*/ 0 w 3209949"/>
              <a:gd name="connsiteY12" fmla="*/ 6137 h 6857999"/>
              <a:gd name="connsiteX0" fmla="*/ 346735 w 3209949"/>
              <a:gd name="connsiteY0" fmla="*/ 0 h 6864137"/>
              <a:gd name="connsiteX1" fmla="*/ 3059481 w 3209949"/>
              <a:gd name="connsiteY1" fmla="*/ 0 h 6864137"/>
              <a:gd name="connsiteX2" fmla="*/ 3209949 w 3209949"/>
              <a:gd name="connsiteY2" fmla="*/ 6857999 h 6864137"/>
              <a:gd name="connsiteX3" fmla="*/ 2779872 w 3209949"/>
              <a:gd name="connsiteY3" fmla="*/ 6857177 h 6864137"/>
              <a:gd name="connsiteX4" fmla="*/ 2613733 w 3209949"/>
              <a:gd name="connsiteY4" fmla="*/ 6579974 h 6864137"/>
              <a:gd name="connsiteX5" fmla="*/ 2629897 w 3209949"/>
              <a:gd name="connsiteY5" fmla="*/ 0 h 6864137"/>
              <a:gd name="connsiteX6" fmla="*/ 230134 w 3209949"/>
              <a:gd name="connsiteY6" fmla="*/ 7000 h 6864137"/>
              <a:gd name="connsiteX7" fmla="*/ 346735 w 3209949"/>
              <a:gd name="connsiteY7" fmla="*/ 0 h 6864137"/>
              <a:gd name="connsiteX8" fmla="*/ 0 w 3209949"/>
              <a:gd name="connsiteY8" fmla="*/ 6137 h 6864137"/>
              <a:gd name="connsiteX9" fmla="*/ 2620692 w 3209949"/>
              <a:gd name="connsiteY9" fmla="*/ 0 h 6864137"/>
              <a:gd name="connsiteX10" fmla="*/ 2771160 w 3209949"/>
              <a:gd name="connsiteY10" fmla="*/ 6857999 h 6864137"/>
              <a:gd name="connsiteX11" fmla="*/ 2954 w 3209949"/>
              <a:gd name="connsiteY11" fmla="*/ 6864137 h 6864137"/>
              <a:gd name="connsiteX12" fmla="*/ 0 w 3209949"/>
              <a:gd name="connsiteY12" fmla="*/ 6137 h 686413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3209949" h="6864137">
                <a:moveTo>
                  <a:pt x="346735" y="0"/>
                </a:moveTo>
                <a:lnTo>
                  <a:pt x="3059481" y="0"/>
                </a:lnTo>
                <a:cubicBezTo>
                  <a:pt x="2367071" y="1144534"/>
                  <a:pt x="1343267" y="3884665"/>
                  <a:pt x="3209949" y="6857999"/>
                </a:cubicBezTo>
                <a:lnTo>
                  <a:pt x="2779872" y="6857177"/>
                </a:lnTo>
                <a:lnTo>
                  <a:pt x="2613733" y="6579974"/>
                </a:lnTo>
                <a:cubicBezTo>
                  <a:pt x="977347" y="3714965"/>
                  <a:pt x="1959125" y="1108768"/>
                  <a:pt x="2629897" y="0"/>
                </a:cubicBezTo>
                <a:lnTo>
                  <a:pt x="230134" y="7000"/>
                </a:lnTo>
                <a:cubicBezTo>
                  <a:pt x="230134" y="6712"/>
                  <a:pt x="346735" y="288"/>
                  <a:pt x="346735" y="0"/>
                </a:cubicBezTo>
                <a:close/>
                <a:moveTo>
                  <a:pt x="0" y="6137"/>
                </a:moveTo>
                <a:lnTo>
                  <a:pt x="2620692" y="0"/>
                </a:lnTo>
                <a:cubicBezTo>
                  <a:pt x="1928282" y="1144534"/>
                  <a:pt x="904478" y="3884665"/>
                  <a:pt x="2771160" y="6857999"/>
                </a:cubicBezTo>
                <a:lnTo>
                  <a:pt x="2954" y="6864137"/>
                </a:lnTo>
                <a:cubicBezTo>
                  <a:pt x="1969" y="4584274"/>
                  <a:pt x="985" y="2286000"/>
                  <a:pt x="0" y="6137"/>
                </a:cubicBezTo>
                <a:close/>
              </a:path>
            </a:pathLst>
          </a:custGeom>
          <a:solidFill>
            <a:schemeClr val="bg2"/>
          </a:solidFill>
        </p:spPr>
        <p:txBody>
          <a:bodyPr wrap="square">
            <a:noAutofit/>
          </a:bodyPr>
          <a:lstStyle/>
          <a:p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179769024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Volgpagina - 01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F962088-BBD5-6AB5-760D-3688AF2836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07086" y="365125"/>
            <a:ext cx="8346713" cy="1325563"/>
          </a:xfrm>
        </p:spPr>
        <p:txBody>
          <a:bodyPr/>
          <a:lstStyle>
            <a:lvl1pPr>
              <a:defRPr b="0" i="0">
                <a:latin typeface="Merriweather" pitchFamily="2" charset="77"/>
              </a:defRPr>
            </a:lvl1pPr>
          </a:lstStyle>
          <a:p>
            <a:r>
              <a:rPr lang="nl-NL" dirty="0"/>
              <a:t>Klik om stijl te bewerken</a:t>
            </a:r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AD17FC0D-7DB9-6A85-CC26-55CB498D788E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3007086" y="1825625"/>
            <a:ext cx="8346714" cy="4351338"/>
          </a:xfrm>
        </p:spPr>
        <p:txBody>
          <a:bodyPr/>
          <a:lstStyle>
            <a:lvl1pPr>
              <a:defRPr b="0" i="0">
                <a:latin typeface="Merriweather" pitchFamily="2" charset="77"/>
              </a:defRPr>
            </a:lvl1pPr>
            <a:lvl2pPr>
              <a:defRPr b="0" i="0">
                <a:latin typeface="Merriweather" pitchFamily="2" charset="77"/>
              </a:defRPr>
            </a:lvl2pPr>
            <a:lvl3pPr>
              <a:defRPr b="0" i="0">
                <a:latin typeface="Merriweather" pitchFamily="2" charset="77"/>
              </a:defRPr>
            </a:lvl3pPr>
            <a:lvl4pPr>
              <a:defRPr b="0" i="0">
                <a:latin typeface="Merriweather" pitchFamily="2" charset="77"/>
              </a:defRPr>
            </a:lvl4pPr>
            <a:lvl5pPr>
              <a:defRPr b="0" i="0">
                <a:latin typeface="Merriweather" pitchFamily="2" charset="77"/>
              </a:defRPr>
            </a:lvl5pPr>
          </a:lstStyle>
          <a:p>
            <a:pPr lvl="0"/>
            <a:r>
              <a:rPr lang="nl-NL" dirty="0"/>
              <a:t>Hier tekstblok van maken</a:t>
            </a:r>
          </a:p>
        </p:txBody>
      </p:sp>
      <p:sp>
        <p:nvSpPr>
          <p:cNvPr id="18" name="Tijdelijke aanduiding voor afbeelding 17">
            <a:extLst>
              <a:ext uri="{FF2B5EF4-FFF2-40B4-BE49-F238E27FC236}">
                <a16:creationId xmlns:a16="http://schemas.microsoft.com/office/drawing/2014/main" id="{2EC20397-C339-4975-0412-4D44B10366B8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-6137"/>
            <a:ext cx="3209949" cy="6864137"/>
          </a:xfrm>
          <a:custGeom>
            <a:avLst/>
            <a:gdLst>
              <a:gd name="connsiteX0" fmla="*/ 441972 w 3648853"/>
              <a:gd name="connsiteY0" fmla="*/ 0 h 6864136"/>
              <a:gd name="connsiteX1" fmla="*/ 3498385 w 3648853"/>
              <a:gd name="connsiteY1" fmla="*/ 6137 h 6864136"/>
              <a:gd name="connsiteX2" fmla="*/ 3648853 w 3648853"/>
              <a:gd name="connsiteY2" fmla="*/ 6864136 h 6864136"/>
              <a:gd name="connsiteX3" fmla="*/ 3218776 w 3648853"/>
              <a:gd name="connsiteY3" fmla="*/ 6863314 h 6864136"/>
              <a:gd name="connsiteX4" fmla="*/ 3052637 w 3648853"/>
              <a:gd name="connsiteY4" fmla="*/ 6586111 h 6864136"/>
              <a:gd name="connsiteX5" fmla="*/ 3068801 w 3648853"/>
              <a:gd name="connsiteY5" fmla="*/ 6137 h 6864136"/>
              <a:gd name="connsiteX6" fmla="*/ 441972 w 3648853"/>
              <a:gd name="connsiteY6" fmla="*/ 863 h 6864136"/>
              <a:gd name="connsiteX7" fmla="*/ 3183 w 3648853"/>
              <a:gd name="connsiteY7" fmla="*/ 0 h 6864136"/>
              <a:gd name="connsiteX8" fmla="*/ 3059596 w 3648853"/>
              <a:gd name="connsiteY8" fmla="*/ 6137 h 6864136"/>
              <a:gd name="connsiteX9" fmla="*/ 3210064 w 3648853"/>
              <a:gd name="connsiteY9" fmla="*/ 6864136 h 6864136"/>
              <a:gd name="connsiteX10" fmla="*/ 0 w 3648853"/>
              <a:gd name="connsiteY10" fmla="*/ 6858000 h 6864136"/>
              <a:gd name="connsiteX0" fmla="*/ 785639 w 3648853"/>
              <a:gd name="connsiteY0" fmla="*/ 6137 h 6864136"/>
              <a:gd name="connsiteX1" fmla="*/ 3498385 w 3648853"/>
              <a:gd name="connsiteY1" fmla="*/ 6137 h 6864136"/>
              <a:gd name="connsiteX2" fmla="*/ 3648853 w 3648853"/>
              <a:gd name="connsiteY2" fmla="*/ 6864136 h 6864136"/>
              <a:gd name="connsiteX3" fmla="*/ 3218776 w 3648853"/>
              <a:gd name="connsiteY3" fmla="*/ 6863314 h 6864136"/>
              <a:gd name="connsiteX4" fmla="*/ 3052637 w 3648853"/>
              <a:gd name="connsiteY4" fmla="*/ 6586111 h 6864136"/>
              <a:gd name="connsiteX5" fmla="*/ 3068801 w 3648853"/>
              <a:gd name="connsiteY5" fmla="*/ 6137 h 6864136"/>
              <a:gd name="connsiteX6" fmla="*/ 441972 w 3648853"/>
              <a:gd name="connsiteY6" fmla="*/ 863 h 6864136"/>
              <a:gd name="connsiteX7" fmla="*/ 785639 w 3648853"/>
              <a:gd name="connsiteY7" fmla="*/ 6137 h 6864136"/>
              <a:gd name="connsiteX8" fmla="*/ 3183 w 3648853"/>
              <a:gd name="connsiteY8" fmla="*/ 0 h 6864136"/>
              <a:gd name="connsiteX9" fmla="*/ 3059596 w 3648853"/>
              <a:gd name="connsiteY9" fmla="*/ 6137 h 6864136"/>
              <a:gd name="connsiteX10" fmla="*/ 3210064 w 3648853"/>
              <a:gd name="connsiteY10" fmla="*/ 6864136 h 6864136"/>
              <a:gd name="connsiteX11" fmla="*/ 0 w 3648853"/>
              <a:gd name="connsiteY11" fmla="*/ 6858000 h 6864136"/>
              <a:gd name="connsiteX12" fmla="*/ 3183 w 3648853"/>
              <a:gd name="connsiteY12" fmla="*/ 0 h 6864136"/>
              <a:gd name="connsiteX0" fmla="*/ 785639 w 3648853"/>
              <a:gd name="connsiteY0" fmla="*/ 6137 h 6864136"/>
              <a:gd name="connsiteX1" fmla="*/ 3498385 w 3648853"/>
              <a:gd name="connsiteY1" fmla="*/ 6137 h 6864136"/>
              <a:gd name="connsiteX2" fmla="*/ 3648853 w 3648853"/>
              <a:gd name="connsiteY2" fmla="*/ 6864136 h 6864136"/>
              <a:gd name="connsiteX3" fmla="*/ 3218776 w 3648853"/>
              <a:gd name="connsiteY3" fmla="*/ 6863314 h 6864136"/>
              <a:gd name="connsiteX4" fmla="*/ 3052637 w 3648853"/>
              <a:gd name="connsiteY4" fmla="*/ 6586111 h 6864136"/>
              <a:gd name="connsiteX5" fmla="*/ 3068801 w 3648853"/>
              <a:gd name="connsiteY5" fmla="*/ 6137 h 6864136"/>
              <a:gd name="connsiteX6" fmla="*/ 669038 w 3648853"/>
              <a:gd name="connsiteY6" fmla="*/ 13137 h 6864136"/>
              <a:gd name="connsiteX7" fmla="*/ 785639 w 3648853"/>
              <a:gd name="connsiteY7" fmla="*/ 6137 h 6864136"/>
              <a:gd name="connsiteX8" fmla="*/ 3183 w 3648853"/>
              <a:gd name="connsiteY8" fmla="*/ 0 h 6864136"/>
              <a:gd name="connsiteX9" fmla="*/ 3059596 w 3648853"/>
              <a:gd name="connsiteY9" fmla="*/ 6137 h 6864136"/>
              <a:gd name="connsiteX10" fmla="*/ 3210064 w 3648853"/>
              <a:gd name="connsiteY10" fmla="*/ 6864136 h 6864136"/>
              <a:gd name="connsiteX11" fmla="*/ 0 w 3648853"/>
              <a:gd name="connsiteY11" fmla="*/ 6858000 h 6864136"/>
              <a:gd name="connsiteX12" fmla="*/ 3183 w 3648853"/>
              <a:gd name="connsiteY12" fmla="*/ 0 h 6864136"/>
              <a:gd name="connsiteX0" fmla="*/ 785639 w 3648853"/>
              <a:gd name="connsiteY0" fmla="*/ 6137 h 6864136"/>
              <a:gd name="connsiteX1" fmla="*/ 3498385 w 3648853"/>
              <a:gd name="connsiteY1" fmla="*/ 6137 h 6864136"/>
              <a:gd name="connsiteX2" fmla="*/ 3648853 w 3648853"/>
              <a:gd name="connsiteY2" fmla="*/ 6864136 h 6864136"/>
              <a:gd name="connsiteX3" fmla="*/ 3218776 w 3648853"/>
              <a:gd name="connsiteY3" fmla="*/ 6863314 h 6864136"/>
              <a:gd name="connsiteX4" fmla="*/ 3052637 w 3648853"/>
              <a:gd name="connsiteY4" fmla="*/ 6586111 h 6864136"/>
              <a:gd name="connsiteX5" fmla="*/ 3068801 w 3648853"/>
              <a:gd name="connsiteY5" fmla="*/ 6137 h 6864136"/>
              <a:gd name="connsiteX6" fmla="*/ 669038 w 3648853"/>
              <a:gd name="connsiteY6" fmla="*/ 13137 h 6864136"/>
              <a:gd name="connsiteX7" fmla="*/ 785639 w 3648853"/>
              <a:gd name="connsiteY7" fmla="*/ 6137 h 6864136"/>
              <a:gd name="connsiteX8" fmla="*/ 371398 w 3648853"/>
              <a:gd name="connsiteY8" fmla="*/ 0 h 6864136"/>
              <a:gd name="connsiteX9" fmla="*/ 3059596 w 3648853"/>
              <a:gd name="connsiteY9" fmla="*/ 6137 h 6864136"/>
              <a:gd name="connsiteX10" fmla="*/ 3210064 w 3648853"/>
              <a:gd name="connsiteY10" fmla="*/ 6864136 h 6864136"/>
              <a:gd name="connsiteX11" fmla="*/ 0 w 3648853"/>
              <a:gd name="connsiteY11" fmla="*/ 6858000 h 6864136"/>
              <a:gd name="connsiteX12" fmla="*/ 371398 w 3648853"/>
              <a:gd name="connsiteY12" fmla="*/ 0 h 6864136"/>
              <a:gd name="connsiteX0" fmla="*/ 785639 w 3648853"/>
              <a:gd name="connsiteY0" fmla="*/ 0 h 6857999"/>
              <a:gd name="connsiteX1" fmla="*/ 3498385 w 3648853"/>
              <a:gd name="connsiteY1" fmla="*/ 0 h 6857999"/>
              <a:gd name="connsiteX2" fmla="*/ 3648853 w 3648853"/>
              <a:gd name="connsiteY2" fmla="*/ 6857999 h 6857999"/>
              <a:gd name="connsiteX3" fmla="*/ 3218776 w 3648853"/>
              <a:gd name="connsiteY3" fmla="*/ 6857177 h 6857999"/>
              <a:gd name="connsiteX4" fmla="*/ 3052637 w 3648853"/>
              <a:gd name="connsiteY4" fmla="*/ 6579974 h 6857999"/>
              <a:gd name="connsiteX5" fmla="*/ 3068801 w 3648853"/>
              <a:gd name="connsiteY5" fmla="*/ 0 h 6857999"/>
              <a:gd name="connsiteX6" fmla="*/ 669038 w 3648853"/>
              <a:gd name="connsiteY6" fmla="*/ 7000 h 6857999"/>
              <a:gd name="connsiteX7" fmla="*/ 785639 w 3648853"/>
              <a:gd name="connsiteY7" fmla="*/ 0 h 6857999"/>
              <a:gd name="connsiteX8" fmla="*/ 487999 w 3648853"/>
              <a:gd name="connsiteY8" fmla="*/ 6137 h 6857999"/>
              <a:gd name="connsiteX9" fmla="*/ 3059596 w 3648853"/>
              <a:gd name="connsiteY9" fmla="*/ 0 h 6857999"/>
              <a:gd name="connsiteX10" fmla="*/ 3210064 w 3648853"/>
              <a:gd name="connsiteY10" fmla="*/ 6857999 h 6857999"/>
              <a:gd name="connsiteX11" fmla="*/ 0 w 3648853"/>
              <a:gd name="connsiteY11" fmla="*/ 6851863 h 6857999"/>
              <a:gd name="connsiteX12" fmla="*/ 487999 w 3648853"/>
              <a:gd name="connsiteY12" fmla="*/ 6137 h 6857999"/>
              <a:gd name="connsiteX0" fmla="*/ 785639 w 3648853"/>
              <a:gd name="connsiteY0" fmla="*/ 0 h 6857999"/>
              <a:gd name="connsiteX1" fmla="*/ 3498385 w 3648853"/>
              <a:gd name="connsiteY1" fmla="*/ 0 h 6857999"/>
              <a:gd name="connsiteX2" fmla="*/ 3648853 w 3648853"/>
              <a:gd name="connsiteY2" fmla="*/ 6857999 h 6857999"/>
              <a:gd name="connsiteX3" fmla="*/ 3218776 w 3648853"/>
              <a:gd name="connsiteY3" fmla="*/ 6857177 h 6857999"/>
              <a:gd name="connsiteX4" fmla="*/ 3052637 w 3648853"/>
              <a:gd name="connsiteY4" fmla="*/ 6579974 h 6857999"/>
              <a:gd name="connsiteX5" fmla="*/ 3068801 w 3648853"/>
              <a:gd name="connsiteY5" fmla="*/ 0 h 6857999"/>
              <a:gd name="connsiteX6" fmla="*/ 669038 w 3648853"/>
              <a:gd name="connsiteY6" fmla="*/ 7000 h 6857999"/>
              <a:gd name="connsiteX7" fmla="*/ 785639 w 3648853"/>
              <a:gd name="connsiteY7" fmla="*/ 0 h 6857999"/>
              <a:gd name="connsiteX8" fmla="*/ 438904 w 3648853"/>
              <a:gd name="connsiteY8" fmla="*/ 6137 h 6857999"/>
              <a:gd name="connsiteX9" fmla="*/ 3059596 w 3648853"/>
              <a:gd name="connsiteY9" fmla="*/ 0 h 6857999"/>
              <a:gd name="connsiteX10" fmla="*/ 3210064 w 3648853"/>
              <a:gd name="connsiteY10" fmla="*/ 6857999 h 6857999"/>
              <a:gd name="connsiteX11" fmla="*/ 0 w 3648853"/>
              <a:gd name="connsiteY11" fmla="*/ 6851863 h 6857999"/>
              <a:gd name="connsiteX12" fmla="*/ 438904 w 3648853"/>
              <a:gd name="connsiteY12" fmla="*/ 6137 h 6857999"/>
              <a:gd name="connsiteX0" fmla="*/ 346735 w 3209949"/>
              <a:gd name="connsiteY0" fmla="*/ 0 h 6857999"/>
              <a:gd name="connsiteX1" fmla="*/ 3059481 w 3209949"/>
              <a:gd name="connsiteY1" fmla="*/ 0 h 6857999"/>
              <a:gd name="connsiteX2" fmla="*/ 3209949 w 3209949"/>
              <a:gd name="connsiteY2" fmla="*/ 6857999 h 6857999"/>
              <a:gd name="connsiteX3" fmla="*/ 2779872 w 3209949"/>
              <a:gd name="connsiteY3" fmla="*/ 6857177 h 6857999"/>
              <a:gd name="connsiteX4" fmla="*/ 2613733 w 3209949"/>
              <a:gd name="connsiteY4" fmla="*/ 6579974 h 6857999"/>
              <a:gd name="connsiteX5" fmla="*/ 2629897 w 3209949"/>
              <a:gd name="connsiteY5" fmla="*/ 0 h 6857999"/>
              <a:gd name="connsiteX6" fmla="*/ 230134 w 3209949"/>
              <a:gd name="connsiteY6" fmla="*/ 7000 h 6857999"/>
              <a:gd name="connsiteX7" fmla="*/ 346735 w 3209949"/>
              <a:gd name="connsiteY7" fmla="*/ 0 h 6857999"/>
              <a:gd name="connsiteX8" fmla="*/ 0 w 3209949"/>
              <a:gd name="connsiteY8" fmla="*/ 6137 h 6857999"/>
              <a:gd name="connsiteX9" fmla="*/ 2620692 w 3209949"/>
              <a:gd name="connsiteY9" fmla="*/ 0 h 6857999"/>
              <a:gd name="connsiteX10" fmla="*/ 2771160 w 3209949"/>
              <a:gd name="connsiteY10" fmla="*/ 6857999 h 6857999"/>
              <a:gd name="connsiteX11" fmla="*/ 2954 w 3209949"/>
              <a:gd name="connsiteY11" fmla="*/ 6845726 h 6857999"/>
              <a:gd name="connsiteX12" fmla="*/ 0 w 3209949"/>
              <a:gd name="connsiteY12" fmla="*/ 6137 h 6857999"/>
              <a:gd name="connsiteX0" fmla="*/ 346735 w 3209949"/>
              <a:gd name="connsiteY0" fmla="*/ 0 h 6864137"/>
              <a:gd name="connsiteX1" fmla="*/ 3059481 w 3209949"/>
              <a:gd name="connsiteY1" fmla="*/ 0 h 6864137"/>
              <a:gd name="connsiteX2" fmla="*/ 3209949 w 3209949"/>
              <a:gd name="connsiteY2" fmla="*/ 6857999 h 6864137"/>
              <a:gd name="connsiteX3" fmla="*/ 2779872 w 3209949"/>
              <a:gd name="connsiteY3" fmla="*/ 6857177 h 6864137"/>
              <a:gd name="connsiteX4" fmla="*/ 2613733 w 3209949"/>
              <a:gd name="connsiteY4" fmla="*/ 6579974 h 6864137"/>
              <a:gd name="connsiteX5" fmla="*/ 2629897 w 3209949"/>
              <a:gd name="connsiteY5" fmla="*/ 0 h 6864137"/>
              <a:gd name="connsiteX6" fmla="*/ 230134 w 3209949"/>
              <a:gd name="connsiteY6" fmla="*/ 7000 h 6864137"/>
              <a:gd name="connsiteX7" fmla="*/ 346735 w 3209949"/>
              <a:gd name="connsiteY7" fmla="*/ 0 h 6864137"/>
              <a:gd name="connsiteX8" fmla="*/ 0 w 3209949"/>
              <a:gd name="connsiteY8" fmla="*/ 6137 h 6864137"/>
              <a:gd name="connsiteX9" fmla="*/ 2620692 w 3209949"/>
              <a:gd name="connsiteY9" fmla="*/ 0 h 6864137"/>
              <a:gd name="connsiteX10" fmla="*/ 2771160 w 3209949"/>
              <a:gd name="connsiteY10" fmla="*/ 6857999 h 6864137"/>
              <a:gd name="connsiteX11" fmla="*/ 2954 w 3209949"/>
              <a:gd name="connsiteY11" fmla="*/ 6864137 h 6864137"/>
              <a:gd name="connsiteX12" fmla="*/ 0 w 3209949"/>
              <a:gd name="connsiteY12" fmla="*/ 6137 h 686413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3209949" h="6864137">
                <a:moveTo>
                  <a:pt x="346735" y="0"/>
                </a:moveTo>
                <a:lnTo>
                  <a:pt x="3059481" y="0"/>
                </a:lnTo>
                <a:cubicBezTo>
                  <a:pt x="2367071" y="1144534"/>
                  <a:pt x="1343267" y="3884665"/>
                  <a:pt x="3209949" y="6857999"/>
                </a:cubicBezTo>
                <a:lnTo>
                  <a:pt x="2779872" y="6857177"/>
                </a:lnTo>
                <a:lnTo>
                  <a:pt x="2613733" y="6579974"/>
                </a:lnTo>
                <a:cubicBezTo>
                  <a:pt x="977347" y="3714965"/>
                  <a:pt x="1959125" y="1108768"/>
                  <a:pt x="2629897" y="0"/>
                </a:cubicBezTo>
                <a:lnTo>
                  <a:pt x="230134" y="7000"/>
                </a:lnTo>
                <a:cubicBezTo>
                  <a:pt x="230134" y="6712"/>
                  <a:pt x="346735" y="288"/>
                  <a:pt x="346735" y="0"/>
                </a:cubicBezTo>
                <a:close/>
                <a:moveTo>
                  <a:pt x="0" y="6137"/>
                </a:moveTo>
                <a:lnTo>
                  <a:pt x="2620692" y="0"/>
                </a:lnTo>
                <a:cubicBezTo>
                  <a:pt x="1928282" y="1144534"/>
                  <a:pt x="904478" y="3884665"/>
                  <a:pt x="2771160" y="6857999"/>
                </a:cubicBezTo>
                <a:lnTo>
                  <a:pt x="2954" y="6864137"/>
                </a:lnTo>
                <a:cubicBezTo>
                  <a:pt x="1969" y="4584274"/>
                  <a:pt x="985" y="2286000"/>
                  <a:pt x="0" y="6137"/>
                </a:cubicBezTo>
                <a:close/>
              </a:path>
            </a:pathLst>
          </a:custGeom>
          <a:solidFill>
            <a:schemeClr val="bg2"/>
          </a:solidFill>
        </p:spPr>
        <p:txBody>
          <a:bodyPr wrap="square">
            <a:noAutofit/>
          </a:bodyPr>
          <a:lstStyle/>
          <a:p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2589505228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olgpagina - 02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F962088-BBD5-6AB5-760D-3688AF2836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07086" y="365125"/>
            <a:ext cx="8346713" cy="1325563"/>
          </a:xfrm>
        </p:spPr>
        <p:txBody>
          <a:bodyPr/>
          <a:lstStyle>
            <a:lvl1pPr>
              <a:defRPr b="0" i="0">
                <a:latin typeface="Merriweather" pitchFamily="2" charset="77"/>
              </a:defRPr>
            </a:lvl1pPr>
          </a:lstStyle>
          <a:p>
            <a:endParaRPr lang="nl-NL" dirty="0"/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AD17FC0D-7DB9-6A85-CC26-55CB498D788E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3007086" y="1825625"/>
            <a:ext cx="5124323" cy="4351338"/>
          </a:xfrm>
        </p:spPr>
        <p:txBody>
          <a:bodyPr/>
          <a:lstStyle>
            <a:lvl1pPr>
              <a:defRPr b="0" i="0">
                <a:latin typeface="Merriweather" pitchFamily="2" charset="77"/>
              </a:defRPr>
            </a:lvl1pPr>
            <a:lvl2pPr>
              <a:defRPr b="0" i="0">
                <a:latin typeface="Merriweather" pitchFamily="2" charset="77"/>
              </a:defRPr>
            </a:lvl2pPr>
            <a:lvl3pPr>
              <a:defRPr b="0" i="0">
                <a:latin typeface="Merriweather" pitchFamily="2" charset="77"/>
              </a:defRPr>
            </a:lvl3pPr>
            <a:lvl4pPr>
              <a:defRPr b="0" i="0">
                <a:latin typeface="Merriweather" pitchFamily="2" charset="77"/>
              </a:defRPr>
            </a:lvl4pPr>
            <a:lvl5pPr>
              <a:defRPr b="0" i="0">
                <a:latin typeface="Merriweather" pitchFamily="2" charset="77"/>
              </a:defRPr>
            </a:lvl5pPr>
          </a:lstStyle>
          <a:p>
            <a:pPr lvl="0"/>
            <a:r>
              <a:rPr lang="nl-NL" dirty="0"/>
              <a:t>Hier tekstblok van maken</a:t>
            </a:r>
          </a:p>
        </p:txBody>
      </p:sp>
      <p:sp>
        <p:nvSpPr>
          <p:cNvPr id="18" name="Tijdelijke aanduiding voor afbeelding 17">
            <a:extLst>
              <a:ext uri="{FF2B5EF4-FFF2-40B4-BE49-F238E27FC236}">
                <a16:creationId xmlns:a16="http://schemas.microsoft.com/office/drawing/2014/main" id="{2EC20397-C339-4975-0412-4D44B10366B8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-12159" y="1"/>
            <a:ext cx="3209949" cy="6864137"/>
          </a:xfrm>
          <a:custGeom>
            <a:avLst/>
            <a:gdLst>
              <a:gd name="connsiteX0" fmla="*/ 441972 w 3648853"/>
              <a:gd name="connsiteY0" fmla="*/ 0 h 6864136"/>
              <a:gd name="connsiteX1" fmla="*/ 3498385 w 3648853"/>
              <a:gd name="connsiteY1" fmla="*/ 6137 h 6864136"/>
              <a:gd name="connsiteX2" fmla="*/ 3648853 w 3648853"/>
              <a:gd name="connsiteY2" fmla="*/ 6864136 h 6864136"/>
              <a:gd name="connsiteX3" fmla="*/ 3218776 w 3648853"/>
              <a:gd name="connsiteY3" fmla="*/ 6863314 h 6864136"/>
              <a:gd name="connsiteX4" fmla="*/ 3052637 w 3648853"/>
              <a:gd name="connsiteY4" fmla="*/ 6586111 h 6864136"/>
              <a:gd name="connsiteX5" fmla="*/ 3068801 w 3648853"/>
              <a:gd name="connsiteY5" fmla="*/ 6137 h 6864136"/>
              <a:gd name="connsiteX6" fmla="*/ 441972 w 3648853"/>
              <a:gd name="connsiteY6" fmla="*/ 863 h 6864136"/>
              <a:gd name="connsiteX7" fmla="*/ 3183 w 3648853"/>
              <a:gd name="connsiteY7" fmla="*/ 0 h 6864136"/>
              <a:gd name="connsiteX8" fmla="*/ 3059596 w 3648853"/>
              <a:gd name="connsiteY8" fmla="*/ 6137 h 6864136"/>
              <a:gd name="connsiteX9" fmla="*/ 3210064 w 3648853"/>
              <a:gd name="connsiteY9" fmla="*/ 6864136 h 6864136"/>
              <a:gd name="connsiteX10" fmla="*/ 0 w 3648853"/>
              <a:gd name="connsiteY10" fmla="*/ 6858000 h 6864136"/>
              <a:gd name="connsiteX0" fmla="*/ 785639 w 3648853"/>
              <a:gd name="connsiteY0" fmla="*/ 6137 h 6864136"/>
              <a:gd name="connsiteX1" fmla="*/ 3498385 w 3648853"/>
              <a:gd name="connsiteY1" fmla="*/ 6137 h 6864136"/>
              <a:gd name="connsiteX2" fmla="*/ 3648853 w 3648853"/>
              <a:gd name="connsiteY2" fmla="*/ 6864136 h 6864136"/>
              <a:gd name="connsiteX3" fmla="*/ 3218776 w 3648853"/>
              <a:gd name="connsiteY3" fmla="*/ 6863314 h 6864136"/>
              <a:gd name="connsiteX4" fmla="*/ 3052637 w 3648853"/>
              <a:gd name="connsiteY4" fmla="*/ 6586111 h 6864136"/>
              <a:gd name="connsiteX5" fmla="*/ 3068801 w 3648853"/>
              <a:gd name="connsiteY5" fmla="*/ 6137 h 6864136"/>
              <a:gd name="connsiteX6" fmla="*/ 441972 w 3648853"/>
              <a:gd name="connsiteY6" fmla="*/ 863 h 6864136"/>
              <a:gd name="connsiteX7" fmla="*/ 785639 w 3648853"/>
              <a:gd name="connsiteY7" fmla="*/ 6137 h 6864136"/>
              <a:gd name="connsiteX8" fmla="*/ 3183 w 3648853"/>
              <a:gd name="connsiteY8" fmla="*/ 0 h 6864136"/>
              <a:gd name="connsiteX9" fmla="*/ 3059596 w 3648853"/>
              <a:gd name="connsiteY9" fmla="*/ 6137 h 6864136"/>
              <a:gd name="connsiteX10" fmla="*/ 3210064 w 3648853"/>
              <a:gd name="connsiteY10" fmla="*/ 6864136 h 6864136"/>
              <a:gd name="connsiteX11" fmla="*/ 0 w 3648853"/>
              <a:gd name="connsiteY11" fmla="*/ 6858000 h 6864136"/>
              <a:gd name="connsiteX12" fmla="*/ 3183 w 3648853"/>
              <a:gd name="connsiteY12" fmla="*/ 0 h 6864136"/>
              <a:gd name="connsiteX0" fmla="*/ 785639 w 3648853"/>
              <a:gd name="connsiteY0" fmla="*/ 6137 h 6864136"/>
              <a:gd name="connsiteX1" fmla="*/ 3498385 w 3648853"/>
              <a:gd name="connsiteY1" fmla="*/ 6137 h 6864136"/>
              <a:gd name="connsiteX2" fmla="*/ 3648853 w 3648853"/>
              <a:gd name="connsiteY2" fmla="*/ 6864136 h 6864136"/>
              <a:gd name="connsiteX3" fmla="*/ 3218776 w 3648853"/>
              <a:gd name="connsiteY3" fmla="*/ 6863314 h 6864136"/>
              <a:gd name="connsiteX4" fmla="*/ 3052637 w 3648853"/>
              <a:gd name="connsiteY4" fmla="*/ 6586111 h 6864136"/>
              <a:gd name="connsiteX5" fmla="*/ 3068801 w 3648853"/>
              <a:gd name="connsiteY5" fmla="*/ 6137 h 6864136"/>
              <a:gd name="connsiteX6" fmla="*/ 669038 w 3648853"/>
              <a:gd name="connsiteY6" fmla="*/ 13137 h 6864136"/>
              <a:gd name="connsiteX7" fmla="*/ 785639 w 3648853"/>
              <a:gd name="connsiteY7" fmla="*/ 6137 h 6864136"/>
              <a:gd name="connsiteX8" fmla="*/ 3183 w 3648853"/>
              <a:gd name="connsiteY8" fmla="*/ 0 h 6864136"/>
              <a:gd name="connsiteX9" fmla="*/ 3059596 w 3648853"/>
              <a:gd name="connsiteY9" fmla="*/ 6137 h 6864136"/>
              <a:gd name="connsiteX10" fmla="*/ 3210064 w 3648853"/>
              <a:gd name="connsiteY10" fmla="*/ 6864136 h 6864136"/>
              <a:gd name="connsiteX11" fmla="*/ 0 w 3648853"/>
              <a:gd name="connsiteY11" fmla="*/ 6858000 h 6864136"/>
              <a:gd name="connsiteX12" fmla="*/ 3183 w 3648853"/>
              <a:gd name="connsiteY12" fmla="*/ 0 h 6864136"/>
              <a:gd name="connsiteX0" fmla="*/ 785639 w 3648853"/>
              <a:gd name="connsiteY0" fmla="*/ 6137 h 6864136"/>
              <a:gd name="connsiteX1" fmla="*/ 3498385 w 3648853"/>
              <a:gd name="connsiteY1" fmla="*/ 6137 h 6864136"/>
              <a:gd name="connsiteX2" fmla="*/ 3648853 w 3648853"/>
              <a:gd name="connsiteY2" fmla="*/ 6864136 h 6864136"/>
              <a:gd name="connsiteX3" fmla="*/ 3218776 w 3648853"/>
              <a:gd name="connsiteY3" fmla="*/ 6863314 h 6864136"/>
              <a:gd name="connsiteX4" fmla="*/ 3052637 w 3648853"/>
              <a:gd name="connsiteY4" fmla="*/ 6586111 h 6864136"/>
              <a:gd name="connsiteX5" fmla="*/ 3068801 w 3648853"/>
              <a:gd name="connsiteY5" fmla="*/ 6137 h 6864136"/>
              <a:gd name="connsiteX6" fmla="*/ 669038 w 3648853"/>
              <a:gd name="connsiteY6" fmla="*/ 13137 h 6864136"/>
              <a:gd name="connsiteX7" fmla="*/ 785639 w 3648853"/>
              <a:gd name="connsiteY7" fmla="*/ 6137 h 6864136"/>
              <a:gd name="connsiteX8" fmla="*/ 371398 w 3648853"/>
              <a:gd name="connsiteY8" fmla="*/ 0 h 6864136"/>
              <a:gd name="connsiteX9" fmla="*/ 3059596 w 3648853"/>
              <a:gd name="connsiteY9" fmla="*/ 6137 h 6864136"/>
              <a:gd name="connsiteX10" fmla="*/ 3210064 w 3648853"/>
              <a:gd name="connsiteY10" fmla="*/ 6864136 h 6864136"/>
              <a:gd name="connsiteX11" fmla="*/ 0 w 3648853"/>
              <a:gd name="connsiteY11" fmla="*/ 6858000 h 6864136"/>
              <a:gd name="connsiteX12" fmla="*/ 371398 w 3648853"/>
              <a:gd name="connsiteY12" fmla="*/ 0 h 6864136"/>
              <a:gd name="connsiteX0" fmla="*/ 785639 w 3648853"/>
              <a:gd name="connsiteY0" fmla="*/ 0 h 6857999"/>
              <a:gd name="connsiteX1" fmla="*/ 3498385 w 3648853"/>
              <a:gd name="connsiteY1" fmla="*/ 0 h 6857999"/>
              <a:gd name="connsiteX2" fmla="*/ 3648853 w 3648853"/>
              <a:gd name="connsiteY2" fmla="*/ 6857999 h 6857999"/>
              <a:gd name="connsiteX3" fmla="*/ 3218776 w 3648853"/>
              <a:gd name="connsiteY3" fmla="*/ 6857177 h 6857999"/>
              <a:gd name="connsiteX4" fmla="*/ 3052637 w 3648853"/>
              <a:gd name="connsiteY4" fmla="*/ 6579974 h 6857999"/>
              <a:gd name="connsiteX5" fmla="*/ 3068801 w 3648853"/>
              <a:gd name="connsiteY5" fmla="*/ 0 h 6857999"/>
              <a:gd name="connsiteX6" fmla="*/ 669038 w 3648853"/>
              <a:gd name="connsiteY6" fmla="*/ 7000 h 6857999"/>
              <a:gd name="connsiteX7" fmla="*/ 785639 w 3648853"/>
              <a:gd name="connsiteY7" fmla="*/ 0 h 6857999"/>
              <a:gd name="connsiteX8" fmla="*/ 487999 w 3648853"/>
              <a:gd name="connsiteY8" fmla="*/ 6137 h 6857999"/>
              <a:gd name="connsiteX9" fmla="*/ 3059596 w 3648853"/>
              <a:gd name="connsiteY9" fmla="*/ 0 h 6857999"/>
              <a:gd name="connsiteX10" fmla="*/ 3210064 w 3648853"/>
              <a:gd name="connsiteY10" fmla="*/ 6857999 h 6857999"/>
              <a:gd name="connsiteX11" fmla="*/ 0 w 3648853"/>
              <a:gd name="connsiteY11" fmla="*/ 6851863 h 6857999"/>
              <a:gd name="connsiteX12" fmla="*/ 487999 w 3648853"/>
              <a:gd name="connsiteY12" fmla="*/ 6137 h 6857999"/>
              <a:gd name="connsiteX0" fmla="*/ 785639 w 3648853"/>
              <a:gd name="connsiteY0" fmla="*/ 0 h 6857999"/>
              <a:gd name="connsiteX1" fmla="*/ 3498385 w 3648853"/>
              <a:gd name="connsiteY1" fmla="*/ 0 h 6857999"/>
              <a:gd name="connsiteX2" fmla="*/ 3648853 w 3648853"/>
              <a:gd name="connsiteY2" fmla="*/ 6857999 h 6857999"/>
              <a:gd name="connsiteX3" fmla="*/ 3218776 w 3648853"/>
              <a:gd name="connsiteY3" fmla="*/ 6857177 h 6857999"/>
              <a:gd name="connsiteX4" fmla="*/ 3052637 w 3648853"/>
              <a:gd name="connsiteY4" fmla="*/ 6579974 h 6857999"/>
              <a:gd name="connsiteX5" fmla="*/ 3068801 w 3648853"/>
              <a:gd name="connsiteY5" fmla="*/ 0 h 6857999"/>
              <a:gd name="connsiteX6" fmla="*/ 669038 w 3648853"/>
              <a:gd name="connsiteY6" fmla="*/ 7000 h 6857999"/>
              <a:gd name="connsiteX7" fmla="*/ 785639 w 3648853"/>
              <a:gd name="connsiteY7" fmla="*/ 0 h 6857999"/>
              <a:gd name="connsiteX8" fmla="*/ 438904 w 3648853"/>
              <a:gd name="connsiteY8" fmla="*/ 6137 h 6857999"/>
              <a:gd name="connsiteX9" fmla="*/ 3059596 w 3648853"/>
              <a:gd name="connsiteY9" fmla="*/ 0 h 6857999"/>
              <a:gd name="connsiteX10" fmla="*/ 3210064 w 3648853"/>
              <a:gd name="connsiteY10" fmla="*/ 6857999 h 6857999"/>
              <a:gd name="connsiteX11" fmla="*/ 0 w 3648853"/>
              <a:gd name="connsiteY11" fmla="*/ 6851863 h 6857999"/>
              <a:gd name="connsiteX12" fmla="*/ 438904 w 3648853"/>
              <a:gd name="connsiteY12" fmla="*/ 6137 h 6857999"/>
              <a:gd name="connsiteX0" fmla="*/ 346735 w 3209949"/>
              <a:gd name="connsiteY0" fmla="*/ 0 h 6857999"/>
              <a:gd name="connsiteX1" fmla="*/ 3059481 w 3209949"/>
              <a:gd name="connsiteY1" fmla="*/ 0 h 6857999"/>
              <a:gd name="connsiteX2" fmla="*/ 3209949 w 3209949"/>
              <a:gd name="connsiteY2" fmla="*/ 6857999 h 6857999"/>
              <a:gd name="connsiteX3" fmla="*/ 2779872 w 3209949"/>
              <a:gd name="connsiteY3" fmla="*/ 6857177 h 6857999"/>
              <a:gd name="connsiteX4" fmla="*/ 2613733 w 3209949"/>
              <a:gd name="connsiteY4" fmla="*/ 6579974 h 6857999"/>
              <a:gd name="connsiteX5" fmla="*/ 2629897 w 3209949"/>
              <a:gd name="connsiteY5" fmla="*/ 0 h 6857999"/>
              <a:gd name="connsiteX6" fmla="*/ 230134 w 3209949"/>
              <a:gd name="connsiteY6" fmla="*/ 7000 h 6857999"/>
              <a:gd name="connsiteX7" fmla="*/ 346735 w 3209949"/>
              <a:gd name="connsiteY7" fmla="*/ 0 h 6857999"/>
              <a:gd name="connsiteX8" fmla="*/ 0 w 3209949"/>
              <a:gd name="connsiteY8" fmla="*/ 6137 h 6857999"/>
              <a:gd name="connsiteX9" fmla="*/ 2620692 w 3209949"/>
              <a:gd name="connsiteY9" fmla="*/ 0 h 6857999"/>
              <a:gd name="connsiteX10" fmla="*/ 2771160 w 3209949"/>
              <a:gd name="connsiteY10" fmla="*/ 6857999 h 6857999"/>
              <a:gd name="connsiteX11" fmla="*/ 2954 w 3209949"/>
              <a:gd name="connsiteY11" fmla="*/ 6845726 h 6857999"/>
              <a:gd name="connsiteX12" fmla="*/ 0 w 3209949"/>
              <a:gd name="connsiteY12" fmla="*/ 6137 h 6857999"/>
              <a:gd name="connsiteX0" fmla="*/ 346735 w 3209949"/>
              <a:gd name="connsiteY0" fmla="*/ 0 h 6864137"/>
              <a:gd name="connsiteX1" fmla="*/ 3059481 w 3209949"/>
              <a:gd name="connsiteY1" fmla="*/ 0 h 6864137"/>
              <a:gd name="connsiteX2" fmla="*/ 3209949 w 3209949"/>
              <a:gd name="connsiteY2" fmla="*/ 6857999 h 6864137"/>
              <a:gd name="connsiteX3" fmla="*/ 2779872 w 3209949"/>
              <a:gd name="connsiteY3" fmla="*/ 6857177 h 6864137"/>
              <a:gd name="connsiteX4" fmla="*/ 2613733 w 3209949"/>
              <a:gd name="connsiteY4" fmla="*/ 6579974 h 6864137"/>
              <a:gd name="connsiteX5" fmla="*/ 2629897 w 3209949"/>
              <a:gd name="connsiteY5" fmla="*/ 0 h 6864137"/>
              <a:gd name="connsiteX6" fmla="*/ 230134 w 3209949"/>
              <a:gd name="connsiteY6" fmla="*/ 7000 h 6864137"/>
              <a:gd name="connsiteX7" fmla="*/ 346735 w 3209949"/>
              <a:gd name="connsiteY7" fmla="*/ 0 h 6864137"/>
              <a:gd name="connsiteX8" fmla="*/ 0 w 3209949"/>
              <a:gd name="connsiteY8" fmla="*/ 6137 h 6864137"/>
              <a:gd name="connsiteX9" fmla="*/ 2620692 w 3209949"/>
              <a:gd name="connsiteY9" fmla="*/ 0 h 6864137"/>
              <a:gd name="connsiteX10" fmla="*/ 2771160 w 3209949"/>
              <a:gd name="connsiteY10" fmla="*/ 6857999 h 6864137"/>
              <a:gd name="connsiteX11" fmla="*/ 2954 w 3209949"/>
              <a:gd name="connsiteY11" fmla="*/ 6864137 h 6864137"/>
              <a:gd name="connsiteX12" fmla="*/ 0 w 3209949"/>
              <a:gd name="connsiteY12" fmla="*/ 6137 h 686413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3209949" h="6864137">
                <a:moveTo>
                  <a:pt x="346735" y="0"/>
                </a:moveTo>
                <a:lnTo>
                  <a:pt x="3059481" y="0"/>
                </a:lnTo>
                <a:cubicBezTo>
                  <a:pt x="2367071" y="1144534"/>
                  <a:pt x="1343267" y="3884665"/>
                  <a:pt x="3209949" y="6857999"/>
                </a:cubicBezTo>
                <a:lnTo>
                  <a:pt x="2779872" y="6857177"/>
                </a:lnTo>
                <a:lnTo>
                  <a:pt x="2613733" y="6579974"/>
                </a:lnTo>
                <a:cubicBezTo>
                  <a:pt x="977347" y="3714965"/>
                  <a:pt x="1959125" y="1108768"/>
                  <a:pt x="2629897" y="0"/>
                </a:cubicBezTo>
                <a:lnTo>
                  <a:pt x="230134" y="7000"/>
                </a:lnTo>
                <a:cubicBezTo>
                  <a:pt x="230134" y="6712"/>
                  <a:pt x="346735" y="288"/>
                  <a:pt x="346735" y="0"/>
                </a:cubicBezTo>
                <a:close/>
                <a:moveTo>
                  <a:pt x="0" y="6137"/>
                </a:moveTo>
                <a:lnTo>
                  <a:pt x="2620692" y="0"/>
                </a:lnTo>
                <a:cubicBezTo>
                  <a:pt x="1928282" y="1144534"/>
                  <a:pt x="904478" y="3884665"/>
                  <a:pt x="2771160" y="6857999"/>
                </a:cubicBezTo>
                <a:lnTo>
                  <a:pt x="2954" y="6864137"/>
                </a:lnTo>
                <a:cubicBezTo>
                  <a:pt x="1969" y="4584274"/>
                  <a:pt x="985" y="2286000"/>
                  <a:pt x="0" y="6137"/>
                </a:cubicBezTo>
                <a:close/>
              </a:path>
            </a:pathLst>
          </a:custGeom>
          <a:solidFill>
            <a:schemeClr val="bg2"/>
          </a:solidFill>
        </p:spPr>
        <p:txBody>
          <a:bodyPr wrap="square">
            <a:noAutofit/>
          </a:bodyPr>
          <a:lstStyle/>
          <a:p>
            <a:endParaRPr lang="nl-NL" dirty="0"/>
          </a:p>
        </p:txBody>
      </p:sp>
      <p:sp>
        <p:nvSpPr>
          <p:cNvPr id="7" name="Tijdelijke aanduiding voor tekst 6">
            <a:extLst>
              <a:ext uri="{FF2B5EF4-FFF2-40B4-BE49-F238E27FC236}">
                <a16:creationId xmlns:a16="http://schemas.microsoft.com/office/drawing/2014/main" id="{09019979-6A44-783E-3154-3E8966CE736A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8199438" y="1825625"/>
            <a:ext cx="3154362" cy="4351338"/>
          </a:xfrm>
          <a:solidFill>
            <a:srgbClr val="BCD2FF">
              <a:alpha val="48956"/>
            </a:srgbClr>
          </a:solidFill>
        </p:spPr>
        <p:txBody>
          <a:bodyPr lIns="216000" tIns="251999" rIns="251999" bIns="251999">
            <a:noAutofit/>
          </a:bodyPr>
          <a:lstStyle>
            <a:lvl1pPr>
              <a:defRPr sz="1200"/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2422679598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olgpagina - 05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jdelijke aanduiding voor afbeelding 6">
            <a:extLst>
              <a:ext uri="{FF2B5EF4-FFF2-40B4-BE49-F238E27FC236}">
                <a16:creationId xmlns:a16="http://schemas.microsoft.com/office/drawing/2014/main" id="{98838D9D-2D9C-15B3-318A-CD1ECFCB7F58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7242516" y="0"/>
            <a:ext cx="4949486" cy="6858000"/>
          </a:xfrm>
          <a:custGeom>
            <a:avLst/>
            <a:gdLst>
              <a:gd name="connsiteX0" fmla="*/ 0 w 4956580"/>
              <a:gd name="connsiteY0" fmla="*/ 0 h 6858000"/>
              <a:gd name="connsiteX1" fmla="*/ 4956580 w 4956580"/>
              <a:gd name="connsiteY1" fmla="*/ 0 h 6858000"/>
              <a:gd name="connsiteX2" fmla="*/ 4956580 w 4956580"/>
              <a:gd name="connsiteY2" fmla="*/ 6858000 h 6858000"/>
              <a:gd name="connsiteX3" fmla="*/ 0 w 4956580"/>
              <a:gd name="connsiteY3" fmla="*/ 6858000 h 6858000"/>
              <a:gd name="connsiteX4" fmla="*/ 0 w 4956580"/>
              <a:gd name="connsiteY4" fmla="*/ 0 h 6858000"/>
              <a:gd name="connsiteX0" fmla="*/ 1000317 w 4956580"/>
              <a:gd name="connsiteY0" fmla="*/ 0 h 6858000"/>
              <a:gd name="connsiteX1" fmla="*/ 4956580 w 4956580"/>
              <a:gd name="connsiteY1" fmla="*/ 0 h 6858000"/>
              <a:gd name="connsiteX2" fmla="*/ 4956580 w 4956580"/>
              <a:gd name="connsiteY2" fmla="*/ 6858000 h 6858000"/>
              <a:gd name="connsiteX3" fmla="*/ 0 w 4956580"/>
              <a:gd name="connsiteY3" fmla="*/ 6858000 h 6858000"/>
              <a:gd name="connsiteX4" fmla="*/ 1000317 w 4956580"/>
              <a:gd name="connsiteY4" fmla="*/ 0 h 6858000"/>
              <a:gd name="connsiteX0" fmla="*/ 0 w 3956263"/>
              <a:gd name="connsiteY0" fmla="*/ 0 h 6858000"/>
              <a:gd name="connsiteX1" fmla="*/ 3956263 w 3956263"/>
              <a:gd name="connsiteY1" fmla="*/ 0 h 6858000"/>
              <a:gd name="connsiteX2" fmla="*/ 3956263 w 3956263"/>
              <a:gd name="connsiteY2" fmla="*/ 6858000 h 6858000"/>
              <a:gd name="connsiteX3" fmla="*/ 49095 w 3956263"/>
              <a:gd name="connsiteY3" fmla="*/ 6858000 h 6858000"/>
              <a:gd name="connsiteX4" fmla="*/ 0 w 3956263"/>
              <a:gd name="connsiteY4" fmla="*/ 0 h 6858000"/>
              <a:gd name="connsiteX0" fmla="*/ 935630 w 4891893"/>
              <a:gd name="connsiteY0" fmla="*/ 0 h 6858000"/>
              <a:gd name="connsiteX1" fmla="*/ 4891893 w 4891893"/>
              <a:gd name="connsiteY1" fmla="*/ 0 h 6858000"/>
              <a:gd name="connsiteX2" fmla="*/ 4891893 w 4891893"/>
              <a:gd name="connsiteY2" fmla="*/ 6858000 h 6858000"/>
              <a:gd name="connsiteX3" fmla="*/ 984725 w 4891893"/>
              <a:gd name="connsiteY3" fmla="*/ 6858000 h 6858000"/>
              <a:gd name="connsiteX4" fmla="*/ 935630 w 4891893"/>
              <a:gd name="connsiteY4" fmla="*/ 0 h 6858000"/>
              <a:gd name="connsiteX0" fmla="*/ 1187030 w 5143293"/>
              <a:gd name="connsiteY0" fmla="*/ 0 h 6858000"/>
              <a:gd name="connsiteX1" fmla="*/ 5143293 w 5143293"/>
              <a:gd name="connsiteY1" fmla="*/ 0 h 6858000"/>
              <a:gd name="connsiteX2" fmla="*/ 5143293 w 5143293"/>
              <a:gd name="connsiteY2" fmla="*/ 6858000 h 6858000"/>
              <a:gd name="connsiteX3" fmla="*/ 1236125 w 5143293"/>
              <a:gd name="connsiteY3" fmla="*/ 6858000 h 6858000"/>
              <a:gd name="connsiteX4" fmla="*/ 1187030 w 5143293"/>
              <a:gd name="connsiteY4" fmla="*/ 0 h 6858000"/>
              <a:gd name="connsiteX0" fmla="*/ 993223 w 4949486"/>
              <a:gd name="connsiteY0" fmla="*/ 0 h 6858000"/>
              <a:gd name="connsiteX1" fmla="*/ 4949486 w 4949486"/>
              <a:gd name="connsiteY1" fmla="*/ 0 h 6858000"/>
              <a:gd name="connsiteX2" fmla="*/ 4949486 w 4949486"/>
              <a:gd name="connsiteY2" fmla="*/ 6858000 h 6858000"/>
              <a:gd name="connsiteX3" fmla="*/ 1042318 w 4949486"/>
              <a:gd name="connsiteY3" fmla="*/ 6858000 h 6858000"/>
              <a:gd name="connsiteX4" fmla="*/ 993223 w 4949486"/>
              <a:gd name="connsiteY4" fmla="*/ 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949486" h="6858000">
                <a:moveTo>
                  <a:pt x="993223" y="0"/>
                </a:moveTo>
                <a:lnTo>
                  <a:pt x="4949486" y="0"/>
                </a:lnTo>
                <a:lnTo>
                  <a:pt x="4949486" y="6858000"/>
                </a:lnTo>
                <a:lnTo>
                  <a:pt x="1042318" y="6858000"/>
                </a:lnTo>
                <a:cubicBezTo>
                  <a:pt x="-692383" y="4166963"/>
                  <a:pt x="58367" y="1635488"/>
                  <a:pt x="993223" y="0"/>
                </a:cubicBezTo>
                <a:close/>
              </a:path>
            </a:pathLst>
          </a:custGeom>
          <a:solidFill>
            <a:schemeClr val="bg2"/>
          </a:solidFill>
        </p:spPr>
        <p:txBody>
          <a:bodyPr>
            <a:normAutofit/>
          </a:bodyPr>
          <a:lstStyle>
            <a:lvl1pPr>
              <a:defRPr sz="1050"/>
            </a:lvl1pPr>
          </a:lstStyle>
          <a:p>
            <a:endParaRPr lang="nl-NL" dirty="0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6F962088-BBD5-6AB5-760D-3688AF2836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12592" y="365125"/>
            <a:ext cx="5928256" cy="1325563"/>
          </a:xfrm>
        </p:spPr>
        <p:txBody>
          <a:bodyPr/>
          <a:lstStyle>
            <a:lvl1pPr>
              <a:defRPr b="0" i="0">
                <a:latin typeface="Merriweather" pitchFamily="2" charset="77"/>
              </a:defRPr>
            </a:lvl1pPr>
          </a:lstStyle>
          <a:p>
            <a:endParaRPr lang="nl-NL" dirty="0"/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AD17FC0D-7DB9-6A85-CC26-55CB498D788E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1012591" y="1825625"/>
            <a:ext cx="5928257" cy="4351338"/>
          </a:xfrm>
        </p:spPr>
        <p:txBody>
          <a:bodyPr/>
          <a:lstStyle>
            <a:lvl1pPr>
              <a:defRPr b="0" i="0">
                <a:latin typeface="Merriweather" pitchFamily="2" charset="77"/>
              </a:defRPr>
            </a:lvl1pPr>
            <a:lvl2pPr>
              <a:defRPr b="0" i="0">
                <a:latin typeface="Merriweather" pitchFamily="2" charset="77"/>
              </a:defRPr>
            </a:lvl2pPr>
            <a:lvl3pPr>
              <a:defRPr b="0" i="0">
                <a:latin typeface="Merriweather" pitchFamily="2" charset="77"/>
              </a:defRPr>
            </a:lvl3pPr>
            <a:lvl4pPr>
              <a:defRPr b="0" i="0">
                <a:latin typeface="Merriweather" pitchFamily="2" charset="77"/>
              </a:defRPr>
            </a:lvl4pPr>
            <a:lvl5pPr>
              <a:defRPr b="0" i="0">
                <a:latin typeface="Merriweather" pitchFamily="2" charset="77"/>
              </a:defRPr>
            </a:lvl5pPr>
          </a:lstStyle>
          <a:p>
            <a:pPr lvl="0"/>
            <a:r>
              <a:rPr lang="nl-NL" dirty="0"/>
              <a:t>Hier tekstblok van maken</a:t>
            </a:r>
          </a:p>
        </p:txBody>
      </p:sp>
      <p:sp>
        <p:nvSpPr>
          <p:cNvPr id="6" name="Tijdelijke aanduiding voor dianummer 5" hidden="1">
            <a:extLst>
              <a:ext uri="{FF2B5EF4-FFF2-40B4-BE49-F238E27FC236}">
                <a16:creationId xmlns:a16="http://schemas.microsoft.com/office/drawing/2014/main" id="{ACADC35D-191F-A041-3DDA-4D52998AD5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935978" y="6356350"/>
            <a:ext cx="417821" cy="365125"/>
          </a:xfrm>
        </p:spPr>
        <p:txBody>
          <a:bodyPr/>
          <a:lstStyle>
            <a:lvl1pPr>
              <a:defRPr b="0" i="0">
                <a:solidFill>
                  <a:srgbClr val="001158"/>
                </a:solidFill>
                <a:latin typeface="Merriweather" pitchFamily="2" charset="77"/>
              </a:defRPr>
            </a:lvl1pPr>
          </a:lstStyle>
          <a:p>
            <a:fld id="{63A6096C-3B80-FF40-9992-21B857607083}" type="slidenum">
              <a:rPr lang="nl-NL" smtClean="0"/>
              <a:pPr/>
              <a:t>‹#›</a:t>
            </a:fld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1103059675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olgpagina - 06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F962088-BBD5-6AB5-760D-3688AF2836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12592" y="365125"/>
            <a:ext cx="10341208" cy="1325563"/>
          </a:xfrm>
        </p:spPr>
        <p:txBody>
          <a:bodyPr/>
          <a:lstStyle>
            <a:lvl1pPr>
              <a:defRPr b="0" i="0">
                <a:latin typeface="Merriweather" pitchFamily="2" charset="77"/>
              </a:defRPr>
            </a:lvl1pPr>
          </a:lstStyle>
          <a:p>
            <a:endParaRPr lang="nl-NL" dirty="0"/>
          </a:p>
        </p:txBody>
      </p:sp>
      <p:sp>
        <p:nvSpPr>
          <p:cNvPr id="6" name="Tijdelijke aanduiding voor dianummer 5" hidden="1">
            <a:extLst>
              <a:ext uri="{FF2B5EF4-FFF2-40B4-BE49-F238E27FC236}">
                <a16:creationId xmlns:a16="http://schemas.microsoft.com/office/drawing/2014/main" id="{ACADC35D-191F-A041-3DDA-4D52998AD5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935978" y="6356350"/>
            <a:ext cx="417821" cy="365125"/>
          </a:xfrm>
        </p:spPr>
        <p:txBody>
          <a:bodyPr/>
          <a:lstStyle>
            <a:lvl1pPr>
              <a:defRPr b="0" i="0">
                <a:solidFill>
                  <a:srgbClr val="001158"/>
                </a:solidFill>
                <a:latin typeface="Merriweather" pitchFamily="2" charset="77"/>
              </a:defRPr>
            </a:lvl1pPr>
          </a:lstStyle>
          <a:p>
            <a:fld id="{63A6096C-3B80-FF40-9992-21B857607083}" type="slidenum">
              <a:rPr lang="nl-NL" smtClean="0"/>
              <a:pPr/>
              <a:t>‹#›</a:t>
            </a:fld>
            <a:endParaRPr lang="nl-NL" dirty="0"/>
          </a:p>
        </p:txBody>
      </p:sp>
      <p:sp>
        <p:nvSpPr>
          <p:cNvPr id="5" name="Tijdelijke aanduiding voor tekst 4">
            <a:extLst>
              <a:ext uri="{FF2B5EF4-FFF2-40B4-BE49-F238E27FC236}">
                <a16:creationId xmlns:a16="http://schemas.microsoft.com/office/drawing/2014/main" id="{6291EDE7-7C3B-A663-266A-1499CE12F7F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1012591" y="1825625"/>
            <a:ext cx="10341208" cy="4351338"/>
          </a:xfrm>
        </p:spPr>
        <p:txBody>
          <a:bodyPr/>
          <a:lstStyle/>
          <a:p>
            <a:pPr lvl="0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49682878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Volgpagina - 06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F962088-BBD5-6AB5-760D-3688AF2836D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012592" y="365125"/>
            <a:ext cx="10341208" cy="1325563"/>
          </a:xfrm>
        </p:spPr>
        <p:txBody>
          <a:bodyPr/>
          <a:lstStyle>
            <a:lvl1pPr>
              <a:defRPr b="1" i="0">
                <a:latin typeface="Merriweather" pitchFamily="2" charset="77"/>
              </a:defRPr>
            </a:lvl1pPr>
          </a:lstStyle>
          <a:p>
            <a:r>
              <a:rPr lang="nl-NL" dirty="0"/>
              <a:t>Video</a:t>
            </a:r>
          </a:p>
        </p:txBody>
      </p:sp>
      <p:sp>
        <p:nvSpPr>
          <p:cNvPr id="18" name="Tekstvak 17">
            <a:extLst>
              <a:ext uri="{FF2B5EF4-FFF2-40B4-BE49-F238E27FC236}">
                <a16:creationId xmlns:a16="http://schemas.microsoft.com/office/drawing/2014/main" id="{7B6DB267-AABE-0225-A758-99F1B4073528}"/>
              </a:ext>
            </a:extLst>
          </p:cNvPr>
          <p:cNvSpPr txBox="1"/>
          <p:nvPr userDrawn="1"/>
        </p:nvSpPr>
        <p:spPr>
          <a:xfrm>
            <a:off x="1012592" y="1905000"/>
            <a:ext cx="10341208" cy="22467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NL" sz="2000" b="0" i="0" kern="1200" dirty="0">
                <a:solidFill>
                  <a:srgbClr val="001158"/>
                </a:solidFill>
                <a:latin typeface="Merriweather" pitchFamily="2" charset="77"/>
                <a:ea typeface="+mn-ea"/>
                <a:cs typeface="+mn-cs"/>
              </a:rPr>
              <a:t>Kies het </a:t>
            </a:r>
            <a:r>
              <a:rPr lang="nl-NL" sz="2000" b="0" i="1" kern="1200" dirty="0">
                <a:solidFill>
                  <a:srgbClr val="001158"/>
                </a:solidFill>
                <a:latin typeface="Merriweather" pitchFamily="2" charset="77"/>
                <a:ea typeface="+mn-ea"/>
                <a:cs typeface="+mn-cs"/>
              </a:rPr>
              <a:t>Invoegen &gt; Media &gt;  Video</a:t>
            </a:r>
            <a:r>
              <a:rPr lang="nl-NL" sz="2000" b="0" i="0" kern="1200" dirty="0">
                <a:solidFill>
                  <a:srgbClr val="001158"/>
                </a:solidFill>
                <a:latin typeface="Merriweather" pitchFamily="2" charset="77"/>
                <a:ea typeface="+mn-ea"/>
                <a:cs typeface="+mn-cs"/>
              </a:rPr>
              <a:t> in het menu.</a:t>
            </a:r>
            <a:br>
              <a:rPr lang="nl-NL" sz="2000" b="0" i="0" kern="1200" dirty="0">
                <a:solidFill>
                  <a:srgbClr val="001158"/>
                </a:solidFill>
                <a:latin typeface="Merriweather" pitchFamily="2" charset="77"/>
                <a:ea typeface="+mn-ea"/>
                <a:cs typeface="+mn-cs"/>
              </a:rPr>
            </a:br>
            <a:endParaRPr lang="nl-NL" sz="2000" b="0" i="0" kern="1200" dirty="0">
              <a:solidFill>
                <a:srgbClr val="001158"/>
              </a:solidFill>
              <a:latin typeface="Merriweather" pitchFamily="2" charset="77"/>
              <a:ea typeface="+mn-ea"/>
              <a:cs typeface="+mn-cs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nl-NL" sz="2000" b="0" i="0" kern="1200" dirty="0">
                <a:solidFill>
                  <a:srgbClr val="001158"/>
                </a:solidFill>
                <a:latin typeface="Merriweather" pitchFamily="2" charset="77"/>
                <a:ea typeface="+mn-ea"/>
                <a:cs typeface="+mn-cs"/>
              </a:rPr>
              <a:t>Klik op </a:t>
            </a:r>
            <a:r>
              <a:rPr lang="nl-NL" sz="2000" b="0" i="1" kern="1200" dirty="0">
                <a:solidFill>
                  <a:srgbClr val="001158"/>
                </a:solidFill>
                <a:latin typeface="Merriweather" pitchFamily="2" charset="77"/>
                <a:ea typeface="+mn-ea"/>
                <a:cs typeface="+mn-cs"/>
              </a:rPr>
              <a:t>Dit apparaat…</a:t>
            </a:r>
            <a:r>
              <a:rPr lang="nl-NL" sz="2000" b="0" i="0" kern="1200" dirty="0">
                <a:solidFill>
                  <a:srgbClr val="001158"/>
                </a:solidFill>
                <a:latin typeface="Merriweather" pitchFamily="2" charset="77"/>
                <a:ea typeface="+mn-ea"/>
                <a:cs typeface="+mn-cs"/>
              </a:rPr>
              <a:t> als je een video wilt gebruiken die op je eigen computer staat en selecteer het bestand.</a:t>
            </a:r>
            <a:br>
              <a:rPr lang="nl-NL" sz="2000" b="0" i="0" kern="1200" dirty="0">
                <a:solidFill>
                  <a:srgbClr val="001158"/>
                </a:solidFill>
                <a:latin typeface="Merriweather" pitchFamily="2" charset="77"/>
                <a:ea typeface="+mn-ea"/>
                <a:cs typeface="+mn-cs"/>
              </a:rPr>
            </a:br>
            <a:endParaRPr lang="nl-NL" sz="2000" b="0" i="0" kern="1200" dirty="0">
              <a:solidFill>
                <a:srgbClr val="001158"/>
              </a:solidFill>
              <a:latin typeface="Merriweather" pitchFamily="2" charset="77"/>
              <a:ea typeface="+mn-ea"/>
              <a:cs typeface="+mn-cs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nl-NL" sz="2000" b="0" i="0" kern="1200" dirty="0">
                <a:solidFill>
                  <a:srgbClr val="001158"/>
                </a:solidFill>
                <a:latin typeface="Merriweather" pitchFamily="2" charset="77"/>
                <a:ea typeface="+mn-ea"/>
                <a:cs typeface="+mn-cs"/>
              </a:rPr>
              <a:t>Klik op </a:t>
            </a:r>
            <a:r>
              <a:rPr lang="nl-NL" sz="2000" b="0" i="1" kern="1200" dirty="0">
                <a:solidFill>
                  <a:srgbClr val="001158"/>
                </a:solidFill>
                <a:latin typeface="Merriweather" pitchFamily="2" charset="77"/>
                <a:ea typeface="+mn-ea"/>
                <a:cs typeface="+mn-cs"/>
              </a:rPr>
              <a:t>Onlinevideo’s…</a:t>
            </a:r>
            <a:r>
              <a:rPr lang="nl-NL" sz="2000" b="0" i="0" kern="1200" dirty="0">
                <a:solidFill>
                  <a:srgbClr val="001158"/>
                </a:solidFill>
                <a:latin typeface="Merriweather" pitchFamily="2" charset="77"/>
                <a:ea typeface="+mn-ea"/>
                <a:cs typeface="+mn-cs"/>
              </a:rPr>
              <a:t> als je een video wilt tonen die op een online videoplatform staat en vul het adres in.</a:t>
            </a:r>
            <a:endParaRPr lang="en-US" sz="2000" b="0" i="0" kern="1200" dirty="0">
              <a:solidFill>
                <a:srgbClr val="001158"/>
              </a:solidFill>
              <a:latin typeface="Merriweather" pitchFamily="2" charset="77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511535200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olgpagina - 07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jdelijke aanduiding voor dianummer 5" hidden="1">
            <a:extLst>
              <a:ext uri="{FF2B5EF4-FFF2-40B4-BE49-F238E27FC236}">
                <a16:creationId xmlns:a16="http://schemas.microsoft.com/office/drawing/2014/main" id="{ACADC35D-191F-A041-3DDA-4D52998AD5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935978" y="6356350"/>
            <a:ext cx="417821" cy="365125"/>
          </a:xfrm>
        </p:spPr>
        <p:txBody>
          <a:bodyPr/>
          <a:lstStyle>
            <a:lvl1pPr>
              <a:defRPr b="0" i="0">
                <a:solidFill>
                  <a:srgbClr val="001158"/>
                </a:solidFill>
                <a:latin typeface="Merriweather" pitchFamily="2" charset="77"/>
              </a:defRPr>
            </a:lvl1pPr>
          </a:lstStyle>
          <a:p>
            <a:fld id="{63A6096C-3B80-FF40-9992-21B857607083}" type="slidenum">
              <a:rPr lang="nl-NL" smtClean="0"/>
              <a:pPr/>
              <a:t>‹#›</a:t>
            </a:fld>
            <a:endParaRPr lang="nl-NL" dirty="0"/>
          </a:p>
        </p:txBody>
      </p:sp>
      <p:sp>
        <p:nvSpPr>
          <p:cNvPr id="4" name="Titel 1">
            <a:extLst>
              <a:ext uri="{FF2B5EF4-FFF2-40B4-BE49-F238E27FC236}">
                <a16:creationId xmlns:a16="http://schemas.microsoft.com/office/drawing/2014/main" id="{534D4203-3468-03E9-7CA8-FE05BD7C54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>
            <a:lvl1pPr>
              <a:defRPr b="0" i="0">
                <a:latin typeface="Merriweather" pitchFamily="2" charset="77"/>
              </a:defRPr>
            </a:lvl1pPr>
          </a:lstStyle>
          <a:p>
            <a:endParaRPr lang="nl-NL" dirty="0"/>
          </a:p>
        </p:txBody>
      </p:sp>
      <p:sp>
        <p:nvSpPr>
          <p:cNvPr id="7" name="Tijdelijke aanduiding voor inhoud 2">
            <a:extLst>
              <a:ext uri="{FF2B5EF4-FFF2-40B4-BE49-F238E27FC236}">
                <a16:creationId xmlns:a16="http://schemas.microsoft.com/office/drawing/2014/main" id="{1EF2FECF-B4C3-CFF7-B2FE-C68ACD0D5E9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>
            <a:lvl1pPr>
              <a:defRPr b="0" i="0">
                <a:latin typeface="Merriweather" pitchFamily="2" charset="77"/>
              </a:defRPr>
            </a:lvl1pPr>
            <a:lvl2pPr>
              <a:defRPr b="0" i="0">
                <a:latin typeface="Merriweather" pitchFamily="2" charset="77"/>
              </a:defRPr>
            </a:lvl2pPr>
            <a:lvl3pPr>
              <a:defRPr b="0" i="0">
                <a:latin typeface="Merriweather" pitchFamily="2" charset="77"/>
              </a:defRPr>
            </a:lvl3pPr>
            <a:lvl4pPr>
              <a:defRPr b="0" i="0">
                <a:latin typeface="Merriweather" pitchFamily="2" charset="77"/>
              </a:defRPr>
            </a:lvl4pPr>
            <a:lvl5pPr>
              <a:defRPr b="0" i="0">
                <a:latin typeface="Merriweather" pitchFamily="2" charset="77"/>
              </a:defRPr>
            </a:lvl5pPr>
          </a:lstStyle>
          <a:p>
            <a:pPr lvl="0"/>
            <a:endParaRPr lang="nl-NL" dirty="0"/>
          </a:p>
        </p:txBody>
      </p:sp>
      <p:sp>
        <p:nvSpPr>
          <p:cNvPr id="8" name="Tijdelijke aanduiding voor inhoud 3">
            <a:extLst>
              <a:ext uri="{FF2B5EF4-FFF2-40B4-BE49-F238E27FC236}">
                <a16:creationId xmlns:a16="http://schemas.microsoft.com/office/drawing/2014/main" id="{028922F3-5308-9A78-B4BE-A3169311299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>
            <a:lvl1pPr>
              <a:defRPr b="0" i="0">
                <a:latin typeface="Merriweather" pitchFamily="2" charset="77"/>
              </a:defRPr>
            </a:lvl1pPr>
            <a:lvl2pPr>
              <a:defRPr b="0" i="0">
                <a:latin typeface="Merriweather" pitchFamily="2" charset="77"/>
              </a:defRPr>
            </a:lvl2pPr>
            <a:lvl3pPr>
              <a:defRPr b="0" i="0">
                <a:latin typeface="Merriweather" pitchFamily="2" charset="77"/>
              </a:defRPr>
            </a:lvl3pPr>
            <a:lvl4pPr>
              <a:defRPr b="0" i="0">
                <a:latin typeface="Merriweather" pitchFamily="2" charset="77"/>
              </a:defRPr>
            </a:lvl4pPr>
            <a:lvl5pPr>
              <a:defRPr b="0" i="0">
                <a:latin typeface="Merriweather" pitchFamily="2" charset="77"/>
              </a:defRPr>
            </a:lvl5pPr>
          </a:lstStyle>
          <a:p>
            <a:pPr lvl="0"/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3096488317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olgpagina - 08">
    <p:bg>
      <p:bgPr>
        <a:solidFill>
          <a:srgbClr val="BCD2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jdelijke aanduiding voor afbeelding 10">
            <a:extLst>
              <a:ext uri="{FF2B5EF4-FFF2-40B4-BE49-F238E27FC236}">
                <a16:creationId xmlns:a16="http://schemas.microsoft.com/office/drawing/2014/main" id="{2A48E6AE-6CD5-F62F-E4C0-785FB492549F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346209" y="0"/>
            <a:ext cx="5845791" cy="3429000"/>
          </a:xfrm>
        </p:spPr>
        <p:txBody>
          <a:bodyPr/>
          <a:lstStyle/>
          <a:p>
            <a:endParaRPr lang="nl-NL"/>
          </a:p>
        </p:txBody>
      </p:sp>
      <p:sp>
        <p:nvSpPr>
          <p:cNvPr id="12" name="Tijdelijke aanduiding voor afbeelding 10">
            <a:extLst>
              <a:ext uri="{FF2B5EF4-FFF2-40B4-BE49-F238E27FC236}">
                <a16:creationId xmlns:a16="http://schemas.microsoft.com/office/drawing/2014/main" id="{67C05B3D-92B5-8EC3-9C00-7E2410A3D807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346209" y="3429000"/>
            <a:ext cx="5845791" cy="3429000"/>
          </a:xfrm>
        </p:spPr>
        <p:txBody>
          <a:bodyPr/>
          <a:lstStyle/>
          <a:p>
            <a:endParaRPr lang="nl-NL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6F962088-BBD5-6AB5-760D-3688AF2836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12592" y="365125"/>
            <a:ext cx="5083408" cy="1325563"/>
          </a:xfrm>
        </p:spPr>
        <p:txBody>
          <a:bodyPr/>
          <a:lstStyle>
            <a:lvl1pPr>
              <a:defRPr b="0" i="0">
                <a:latin typeface="Merriweather" pitchFamily="2" charset="77"/>
              </a:defRPr>
            </a:lvl1pPr>
          </a:lstStyle>
          <a:p>
            <a:endParaRPr lang="nl-NL" dirty="0"/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AD17FC0D-7DB9-6A85-CC26-55CB498D788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12591" y="1825625"/>
            <a:ext cx="5083409" cy="4351338"/>
          </a:xfrm>
        </p:spPr>
        <p:txBody>
          <a:bodyPr/>
          <a:lstStyle>
            <a:lvl1pPr>
              <a:defRPr b="0" i="0">
                <a:latin typeface="Merriweather" pitchFamily="2" charset="77"/>
              </a:defRPr>
            </a:lvl1pPr>
            <a:lvl2pPr>
              <a:defRPr b="0" i="0">
                <a:latin typeface="Merriweather" pitchFamily="2" charset="77"/>
              </a:defRPr>
            </a:lvl2pPr>
            <a:lvl3pPr>
              <a:defRPr b="0" i="0">
                <a:latin typeface="Merriweather" pitchFamily="2" charset="77"/>
              </a:defRPr>
            </a:lvl3pPr>
            <a:lvl4pPr>
              <a:defRPr b="0" i="0">
                <a:latin typeface="Merriweather" pitchFamily="2" charset="77"/>
              </a:defRPr>
            </a:lvl4pPr>
            <a:lvl5pPr>
              <a:defRPr b="0" i="0">
                <a:latin typeface="Merriweather" pitchFamily="2" charset="77"/>
              </a:defRPr>
            </a:lvl5pPr>
          </a:lstStyle>
          <a:p>
            <a:pPr lvl="0"/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3783102030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olgpagina - 09">
    <p:bg>
      <p:bgPr>
        <a:solidFill>
          <a:srgbClr val="00115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jdelijke aanduiding voor afbeelding 10">
            <a:extLst>
              <a:ext uri="{FF2B5EF4-FFF2-40B4-BE49-F238E27FC236}">
                <a16:creationId xmlns:a16="http://schemas.microsoft.com/office/drawing/2014/main" id="{F4A17952-3FAC-48DC-E887-1257351E8EDD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346209" y="0"/>
            <a:ext cx="5845791" cy="3429000"/>
          </a:xfrm>
        </p:spPr>
        <p:txBody>
          <a:bodyPr/>
          <a:lstStyle/>
          <a:p>
            <a:endParaRPr lang="nl-NL"/>
          </a:p>
        </p:txBody>
      </p:sp>
      <p:sp>
        <p:nvSpPr>
          <p:cNvPr id="7" name="Tijdelijke aanduiding voor afbeelding 10">
            <a:extLst>
              <a:ext uri="{FF2B5EF4-FFF2-40B4-BE49-F238E27FC236}">
                <a16:creationId xmlns:a16="http://schemas.microsoft.com/office/drawing/2014/main" id="{8E8A60DD-62F1-EBFE-2087-2CDEB9C02A0B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346208" y="2755900"/>
            <a:ext cx="5845791" cy="3429000"/>
          </a:xfrm>
        </p:spPr>
        <p:txBody>
          <a:bodyPr/>
          <a:lstStyle/>
          <a:p>
            <a:endParaRPr lang="nl-NL" dirty="0"/>
          </a:p>
        </p:txBody>
      </p:sp>
      <p:sp>
        <p:nvSpPr>
          <p:cNvPr id="8" name="Titel 1">
            <a:extLst>
              <a:ext uri="{FF2B5EF4-FFF2-40B4-BE49-F238E27FC236}">
                <a16:creationId xmlns:a16="http://schemas.microsoft.com/office/drawing/2014/main" id="{6DA3A380-204F-344C-5AFC-389EA8E0C5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12592" y="365125"/>
            <a:ext cx="5083408" cy="1325563"/>
          </a:xfrm>
        </p:spPr>
        <p:txBody>
          <a:bodyPr/>
          <a:lstStyle>
            <a:lvl1pPr>
              <a:defRPr b="0" i="0">
                <a:solidFill>
                  <a:schemeClr val="bg1"/>
                </a:solidFill>
                <a:latin typeface="Merriweather" pitchFamily="2" charset="77"/>
              </a:defRPr>
            </a:lvl1pPr>
          </a:lstStyle>
          <a:p>
            <a:endParaRPr lang="nl-NL" dirty="0"/>
          </a:p>
        </p:txBody>
      </p:sp>
      <p:sp>
        <p:nvSpPr>
          <p:cNvPr id="9" name="Tijdelijke aanduiding voor inhoud 2">
            <a:extLst>
              <a:ext uri="{FF2B5EF4-FFF2-40B4-BE49-F238E27FC236}">
                <a16:creationId xmlns:a16="http://schemas.microsoft.com/office/drawing/2014/main" id="{F4A0DDD0-33B8-851D-5BC9-3DE1D73C6F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12591" y="1825625"/>
            <a:ext cx="5083409" cy="4351338"/>
          </a:xfrm>
        </p:spPr>
        <p:txBody>
          <a:bodyPr/>
          <a:lstStyle>
            <a:lvl1pPr>
              <a:defRPr b="0" i="0">
                <a:solidFill>
                  <a:schemeClr val="bg1"/>
                </a:solidFill>
                <a:latin typeface="Merriweather" pitchFamily="2" charset="77"/>
              </a:defRPr>
            </a:lvl1pPr>
            <a:lvl2pPr>
              <a:defRPr b="0" i="0">
                <a:solidFill>
                  <a:schemeClr val="bg1"/>
                </a:solidFill>
                <a:latin typeface="Merriweather" pitchFamily="2" charset="77"/>
              </a:defRPr>
            </a:lvl2pPr>
            <a:lvl3pPr>
              <a:defRPr b="0" i="0">
                <a:solidFill>
                  <a:schemeClr val="bg1"/>
                </a:solidFill>
                <a:latin typeface="Merriweather" pitchFamily="2" charset="77"/>
              </a:defRPr>
            </a:lvl3pPr>
            <a:lvl4pPr>
              <a:defRPr b="0" i="0">
                <a:solidFill>
                  <a:schemeClr val="bg1"/>
                </a:solidFill>
                <a:latin typeface="Merriweather" pitchFamily="2" charset="77"/>
              </a:defRPr>
            </a:lvl4pPr>
            <a:lvl5pPr>
              <a:defRPr b="0" i="0">
                <a:solidFill>
                  <a:schemeClr val="bg1"/>
                </a:solidFill>
                <a:latin typeface="Merriweather" pitchFamily="2" charset="77"/>
              </a:defRPr>
            </a:lvl5pPr>
          </a:lstStyle>
          <a:p>
            <a:pPr lvl="0"/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1178421781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olgpagina - 10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afbeelding 10">
            <a:extLst>
              <a:ext uri="{FF2B5EF4-FFF2-40B4-BE49-F238E27FC236}">
                <a16:creationId xmlns:a16="http://schemas.microsoft.com/office/drawing/2014/main" id="{F7BDAB06-3E9E-DFCF-FC9C-F8ED06360074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1012591" y="3915367"/>
            <a:ext cx="3265982" cy="2176700"/>
          </a:xfrm>
        </p:spPr>
        <p:txBody>
          <a:bodyPr/>
          <a:lstStyle/>
          <a:p>
            <a:endParaRPr lang="nl-NL" dirty="0"/>
          </a:p>
        </p:txBody>
      </p:sp>
      <p:sp>
        <p:nvSpPr>
          <p:cNvPr id="6" name="Tijdelijke aanduiding voor dianummer 5" hidden="1">
            <a:extLst>
              <a:ext uri="{FF2B5EF4-FFF2-40B4-BE49-F238E27FC236}">
                <a16:creationId xmlns:a16="http://schemas.microsoft.com/office/drawing/2014/main" id="{ACADC35D-191F-A041-3DDA-4D52998AD5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935978" y="6356350"/>
            <a:ext cx="417821" cy="365125"/>
          </a:xfrm>
        </p:spPr>
        <p:txBody>
          <a:bodyPr/>
          <a:lstStyle>
            <a:lvl1pPr>
              <a:defRPr b="0" i="0">
                <a:solidFill>
                  <a:srgbClr val="001158"/>
                </a:solidFill>
                <a:latin typeface="Merriweather" pitchFamily="2" charset="77"/>
              </a:defRPr>
            </a:lvl1pPr>
          </a:lstStyle>
          <a:p>
            <a:fld id="{63A6096C-3B80-FF40-9992-21B857607083}" type="slidenum">
              <a:rPr lang="nl-NL" smtClean="0"/>
              <a:pPr/>
              <a:t>‹#›</a:t>
            </a:fld>
            <a:endParaRPr lang="nl-NL" dirty="0"/>
          </a:p>
        </p:txBody>
      </p:sp>
      <p:sp>
        <p:nvSpPr>
          <p:cNvPr id="8" name="Titel 1">
            <a:extLst>
              <a:ext uri="{FF2B5EF4-FFF2-40B4-BE49-F238E27FC236}">
                <a16:creationId xmlns:a16="http://schemas.microsoft.com/office/drawing/2014/main" id="{BB1235EC-A615-0060-E37C-270414BD4F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12592" y="365125"/>
            <a:ext cx="10858686" cy="1325563"/>
          </a:xfrm>
        </p:spPr>
        <p:txBody>
          <a:bodyPr/>
          <a:lstStyle>
            <a:lvl1pPr>
              <a:defRPr b="0" i="0">
                <a:latin typeface="Merriweather" pitchFamily="2" charset="77"/>
              </a:defRPr>
            </a:lvl1pPr>
          </a:lstStyle>
          <a:p>
            <a:endParaRPr lang="nl-NL" dirty="0"/>
          </a:p>
        </p:txBody>
      </p:sp>
      <p:sp>
        <p:nvSpPr>
          <p:cNvPr id="9" name="Tijdelijke aanduiding voor inhoud 2">
            <a:extLst>
              <a:ext uri="{FF2B5EF4-FFF2-40B4-BE49-F238E27FC236}">
                <a16:creationId xmlns:a16="http://schemas.microsoft.com/office/drawing/2014/main" id="{A3630B0C-D7B5-B04F-3CAD-05E82470B23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12591" y="1825625"/>
            <a:ext cx="10858687" cy="1954805"/>
          </a:xfrm>
        </p:spPr>
        <p:txBody>
          <a:bodyPr/>
          <a:lstStyle>
            <a:lvl1pPr>
              <a:defRPr b="0" i="0">
                <a:latin typeface="Merriweather" pitchFamily="2" charset="77"/>
              </a:defRPr>
            </a:lvl1pPr>
            <a:lvl2pPr>
              <a:defRPr b="0" i="0">
                <a:latin typeface="Merriweather" pitchFamily="2" charset="77"/>
              </a:defRPr>
            </a:lvl2pPr>
            <a:lvl3pPr>
              <a:defRPr b="0" i="0">
                <a:latin typeface="Merriweather" pitchFamily="2" charset="77"/>
              </a:defRPr>
            </a:lvl3pPr>
            <a:lvl4pPr>
              <a:defRPr b="0" i="0">
                <a:latin typeface="Merriweather" pitchFamily="2" charset="77"/>
              </a:defRPr>
            </a:lvl4pPr>
            <a:lvl5pPr>
              <a:defRPr b="0" i="0">
                <a:latin typeface="Merriweather" pitchFamily="2" charset="77"/>
              </a:defRPr>
            </a:lvl5pPr>
          </a:lstStyle>
          <a:p>
            <a:pPr lvl="0"/>
            <a:endParaRPr lang="nl-NL" dirty="0"/>
          </a:p>
        </p:txBody>
      </p:sp>
      <p:sp>
        <p:nvSpPr>
          <p:cNvPr id="7" name="Tijdelijke aanduiding voor afbeelding 10">
            <a:extLst>
              <a:ext uri="{FF2B5EF4-FFF2-40B4-BE49-F238E27FC236}">
                <a16:creationId xmlns:a16="http://schemas.microsoft.com/office/drawing/2014/main" id="{61835565-A9E6-954C-EA35-78C6DECAE3DE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4810081" y="3915367"/>
            <a:ext cx="3265982" cy="2176700"/>
          </a:xfrm>
        </p:spPr>
        <p:txBody>
          <a:bodyPr/>
          <a:lstStyle/>
          <a:p>
            <a:endParaRPr lang="nl-NL"/>
          </a:p>
        </p:txBody>
      </p:sp>
      <p:sp>
        <p:nvSpPr>
          <p:cNvPr id="10" name="Tijdelijke aanduiding voor afbeelding 10">
            <a:extLst>
              <a:ext uri="{FF2B5EF4-FFF2-40B4-BE49-F238E27FC236}">
                <a16:creationId xmlns:a16="http://schemas.microsoft.com/office/drawing/2014/main" id="{60EE0D81-3C5C-9919-0B8C-0616CB5E583B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8607570" y="3915367"/>
            <a:ext cx="3265982" cy="2176700"/>
          </a:xfrm>
        </p:spPr>
        <p:txBody>
          <a:bodyPr/>
          <a:lstStyle/>
          <a:p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193515618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olgpagina - 11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jdelijke aanduiding voor afbeelding 10">
            <a:extLst>
              <a:ext uri="{FF2B5EF4-FFF2-40B4-BE49-F238E27FC236}">
                <a16:creationId xmlns:a16="http://schemas.microsoft.com/office/drawing/2014/main" id="{857F7FE0-63AB-A854-BA9D-0116B556346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5775279" y="365125"/>
            <a:ext cx="6096000" cy="4012442"/>
          </a:xfrm>
        </p:spPr>
        <p:txBody>
          <a:bodyPr/>
          <a:lstStyle/>
          <a:p>
            <a:endParaRPr lang="nl-NL"/>
          </a:p>
        </p:txBody>
      </p:sp>
      <p:sp>
        <p:nvSpPr>
          <p:cNvPr id="2" name="Tijdelijke aanduiding voor afbeelding 10">
            <a:extLst>
              <a:ext uri="{FF2B5EF4-FFF2-40B4-BE49-F238E27FC236}">
                <a16:creationId xmlns:a16="http://schemas.microsoft.com/office/drawing/2014/main" id="{F7BDAB06-3E9E-DFCF-FC9C-F8ED06360074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7615452" y="3166281"/>
            <a:ext cx="3848668" cy="2925786"/>
          </a:xfrm>
        </p:spPr>
        <p:txBody>
          <a:bodyPr/>
          <a:lstStyle/>
          <a:p>
            <a:endParaRPr lang="nl-NL"/>
          </a:p>
        </p:txBody>
      </p:sp>
      <p:sp>
        <p:nvSpPr>
          <p:cNvPr id="8" name="Titel 1">
            <a:extLst>
              <a:ext uri="{FF2B5EF4-FFF2-40B4-BE49-F238E27FC236}">
                <a16:creationId xmlns:a16="http://schemas.microsoft.com/office/drawing/2014/main" id="{BB1235EC-A615-0060-E37C-270414BD4F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12592" y="365125"/>
            <a:ext cx="4507928" cy="1325563"/>
          </a:xfrm>
        </p:spPr>
        <p:txBody>
          <a:bodyPr/>
          <a:lstStyle>
            <a:lvl1pPr>
              <a:defRPr b="0" i="0">
                <a:latin typeface="Merriweather" pitchFamily="2" charset="77"/>
              </a:defRPr>
            </a:lvl1pPr>
          </a:lstStyle>
          <a:p>
            <a:endParaRPr lang="nl-NL" dirty="0"/>
          </a:p>
        </p:txBody>
      </p:sp>
      <p:sp>
        <p:nvSpPr>
          <p:cNvPr id="9" name="Tijdelijke aanduiding voor inhoud 2">
            <a:extLst>
              <a:ext uri="{FF2B5EF4-FFF2-40B4-BE49-F238E27FC236}">
                <a16:creationId xmlns:a16="http://schemas.microsoft.com/office/drawing/2014/main" id="{A3630B0C-D7B5-B04F-3CAD-05E82470B23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12592" y="1825625"/>
            <a:ext cx="4507928" cy="4351338"/>
          </a:xfrm>
        </p:spPr>
        <p:txBody>
          <a:bodyPr/>
          <a:lstStyle>
            <a:lvl1pPr>
              <a:defRPr b="0" i="0">
                <a:latin typeface="Merriweather" pitchFamily="2" charset="77"/>
              </a:defRPr>
            </a:lvl1pPr>
            <a:lvl2pPr>
              <a:defRPr b="0" i="0">
                <a:latin typeface="Merriweather" pitchFamily="2" charset="77"/>
              </a:defRPr>
            </a:lvl2pPr>
            <a:lvl3pPr>
              <a:defRPr b="0" i="0">
                <a:latin typeface="Merriweather" pitchFamily="2" charset="77"/>
              </a:defRPr>
            </a:lvl3pPr>
            <a:lvl4pPr>
              <a:defRPr b="0" i="0">
                <a:latin typeface="Merriweather" pitchFamily="2" charset="77"/>
              </a:defRPr>
            </a:lvl4pPr>
            <a:lvl5pPr>
              <a:defRPr b="0" i="0">
                <a:latin typeface="Merriweather" pitchFamily="2" charset="77"/>
              </a:defRPr>
            </a:lvl5pPr>
          </a:lstStyle>
          <a:p>
            <a:pPr lvl="0"/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2098240659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olgpagina - 12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jdelijke aanduiding voor afbeelding 10">
            <a:extLst>
              <a:ext uri="{FF2B5EF4-FFF2-40B4-BE49-F238E27FC236}">
                <a16:creationId xmlns:a16="http://schemas.microsoft.com/office/drawing/2014/main" id="{857F7FE0-63AB-A854-BA9D-0116B556346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346209" y="0"/>
            <a:ext cx="5845791" cy="3429000"/>
          </a:xfrm>
        </p:spPr>
        <p:txBody>
          <a:bodyPr/>
          <a:lstStyle/>
          <a:p>
            <a:endParaRPr lang="nl-NL"/>
          </a:p>
        </p:txBody>
      </p:sp>
      <p:sp>
        <p:nvSpPr>
          <p:cNvPr id="7" name="Tijdelijke aanduiding voor afbeelding 10">
            <a:extLst>
              <a:ext uri="{FF2B5EF4-FFF2-40B4-BE49-F238E27FC236}">
                <a16:creationId xmlns:a16="http://schemas.microsoft.com/office/drawing/2014/main" id="{9211A429-036F-1729-8B5F-287CCD504E30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346209" y="3429000"/>
            <a:ext cx="2927445" cy="3429000"/>
          </a:xfrm>
        </p:spPr>
        <p:txBody>
          <a:bodyPr/>
          <a:lstStyle/>
          <a:p>
            <a:endParaRPr lang="nl-NL"/>
          </a:p>
        </p:txBody>
      </p:sp>
      <p:sp>
        <p:nvSpPr>
          <p:cNvPr id="2" name="Tijdelijke aanduiding voor afbeelding 10">
            <a:extLst>
              <a:ext uri="{FF2B5EF4-FFF2-40B4-BE49-F238E27FC236}">
                <a16:creationId xmlns:a16="http://schemas.microsoft.com/office/drawing/2014/main" id="{F7BDAB06-3E9E-DFCF-FC9C-F8ED06360074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9280477" y="3429000"/>
            <a:ext cx="2927445" cy="3429000"/>
          </a:xfrm>
        </p:spPr>
        <p:txBody>
          <a:bodyPr/>
          <a:lstStyle/>
          <a:p>
            <a:endParaRPr lang="nl-NL"/>
          </a:p>
        </p:txBody>
      </p:sp>
      <p:sp>
        <p:nvSpPr>
          <p:cNvPr id="6" name="Tijdelijke aanduiding voor dianummer 5" hidden="1">
            <a:extLst>
              <a:ext uri="{FF2B5EF4-FFF2-40B4-BE49-F238E27FC236}">
                <a16:creationId xmlns:a16="http://schemas.microsoft.com/office/drawing/2014/main" id="{ACADC35D-191F-A041-3DDA-4D52998AD5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935978" y="6356350"/>
            <a:ext cx="417821" cy="365125"/>
          </a:xfrm>
        </p:spPr>
        <p:txBody>
          <a:bodyPr/>
          <a:lstStyle>
            <a:lvl1pPr>
              <a:defRPr b="0" i="0">
                <a:solidFill>
                  <a:srgbClr val="001158"/>
                </a:solidFill>
                <a:latin typeface="Merriweather" pitchFamily="2" charset="77"/>
              </a:defRPr>
            </a:lvl1pPr>
          </a:lstStyle>
          <a:p>
            <a:fld id="{63A6096C-3B80-FF40-9992-21B857607083}" type="slidenum">
              <a:rPr lang="nl-NL" smtClean="0"/>
              <a:pPr/>
              <a:t>‹#›</a:t>
            </a:fld>
            <a:endParaRPr lang="nl-NL" dirty="0"/>
          </a:p>
        </p:txBody>
      </p:sp>
      <p:sp>
        <p:nvSpPr>
          <p:cNvPr id="8" name="Titel 1">
            <a:extLst>
              <a:ext uri="{FF2B5EF4-FFF2-40B4-BE49-F238E27FC236}">
                <a16:creationId xmlns:a16="http://schemas.microsoft.com/office/drawing/2014/main" id="{BB1235EC-A615-0060-E37C-270414BD4F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12592" y="365125"/>
            <a:ext cx="5083408" cy="1325563"/>
          </a:xfrm>
        </p:spPr>
        <p:txBody>
          <a:bodyPr/>
          <a:lstStyle>
            <a:lvl1pPr>
              <a:defRPr b="0" i="0">
                <a:latin typeface="Merriweather" pitchFamily="2" charset="77"/>
              </a:defRPr>
            </a:lvl1pPr>
          </a:lstStyle>
          <a:p>
            <a:r>
              <a:rPr lang="nl-NL" dirty="0"/>
              <a:t>Klik om stijl te bewerken</a:t>
            </a:r>
          </a:p>
        </p:txBody>
      </p:sp>
      <p:sp>
        <p:nvSpPr>
          <p:cNvPr id="9" name="Tijdelijke aanduiding voor inhoud 2">
            <a:extLst>
              <a:ext uri="{FF2B5EF4-FFF2-40B4-BE49-F238E27FC236}">
                <a16:creationId xmlns:a16="http://schemas.microsoft.com/office/drawing/2014/main" id="{A3630B0C-D7B5-B04F-3CAD-05E82470B23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12591" y="1825625"/>
            <a:ext cx="5083409" cy="4351338"/>
          </a:xfrm>
        </p:spPr>
        <p:txBody>
          <a:bodyPr/>
          <a:lstStyle>
            <a:lvl1pPr>
              <a:defRPr b="0" i="0">
                <a:latin typeface="Merriweather" pitchFamily="2" charset="77"/>
              </a:defRPr>
            </a:lvl1pPr>
            <a:lvl2pPr>
              <a:defRPr b="0" i="0">
                <a:latin typeface="Merriweather" pitchFamily="2" charset="77"/>
              </a:defRPr>
            </a:lvl2pPr>
            <a:lvl3pPr>
              <a:defRPr b="0" i="0">
                <a:latin typeface="Merriweather" pitchFamily="2" charset="77"/>
              </a:defRPr>
            </a:lvl3pPr>
            <a:lvl4pPr>
              <a:defRPr b="0" i="0">
                <a:latin typeface="Merriweather" pitchFamily="2" charset="77"/>
              </a:defRPr>
            </a:lvl4pPr>
            <a:lvl5pPr>
              <a:defRPr b="0" i="0">
                <a:latin typeface="Merriweather" pitchFamily="2" charset="77"/>
              </a:defRPr>
            </a:lvl5pPr>
          </a:lstStyle>
          <a:p>
            <a:pPr lvl="0"/>
            <a:r>
              <a:rPr lang="nl-NL" dirty="0"/>
              <a:t>Klikken om de tekststijl van het model te bewerken</a:t>
            </a:r>
          </a:p>
          <a:p>
            <a:pPr lvl="1"/>
            <a:r>
              <a:rPr lang="nl-NL" dirty="0"/>
              <a:t>Tweede niveau</a:t>
            </a:r>
          </a:p>
          <a:p>
            <a:pPr lvl="2"/>
            <a:r>
              <a:rPr lang="nl-NL" dirty="0"/>
              <a:t>Derde niveau</a:t>
            </a:r>
          </a:p>
          <a:p>
            <a:pPr lvl="3"/>
            <a:r>
              <a:rPr lang="nl-NL" dirty="0"/>
              <a:t>Vierde niveau</a:t>
            </a:r>
          </a:p>
          <a:p>
            <a:pPr lvl="4"/>
            <a:r>
              <a:rPr lang="nl-NL" dirty="0"/>
              <a:t>Vijfde niveau</a:t>
            </a:r>
          </a:p>
        </p:txBody>
      </p:sp>
    </p:spTree>
    <p:extLst>
      <p:ext uri="{BB962C8B-B14F-4D97-AF65-F5344CB8AC3E}">
        <p14:creationId xmlns:p14="http://schemas.microsoft.com/office/powerpoint/2010/main" val="4075067265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olgpagina - 13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jdelijke aanduiding voor afbeelding 10">
            <a:extLst>
              <a:ext uri="{FF2B5EF4-FFF2-40B4-BE49-F238E27FC236}">
                <a16:creationId xmlns:a16="http://schemas.microsoft.com/office/drawing/2014/main" id="{857F7FE0-63AB-A854-BA9D-0116B556346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5498909" y="0"/>
            <a:ext cx="6693091" cy="3429000"/>
          </a:xfrm>
        </p:spPr>
        <p:txBody>
          <a:bodyPr/>
          <a:lstStyle/>
          <a:p>
            <a:endParaRPr lang="nl-NL"/>
          </a:p>
        </p:txBody>
      </p:sp>
      <p:sp>
        <p:nvSpPr>
          <p:cNvPr id="7" name="Tijdelijke aanduiding voor afbeelding 10">
            <a:extLst>
              <a:ext uri="{FF2B5EF4-FFF2-40B4-BE49-F238E27FC236}">
                <a16:creationId xmlns:a16="http://schemas.microsoft.com/office/drawing/2014/main" id="{9211A429-036F-1729-8B5F-287CCD504E30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5498909" y="3428999"/>
            <a:ext cx="3303897" cy="3429000"/>
          </a:xfrm>
        </p:spPr>
        <p:txBody>
          <a:bodyPr/>
          <a:lstStyle/>
          <a:p>
            <a:endParaRPr lang="nl-NL"/>
          </a:p>
        </p:txBody>
      </p:sp>
      <p:sp>
        <p:nvSpPr>
          <p:cNvPr id="2" name="Tijdelijke aanduiding voor afbeelding 10">
            <a:extLst>
              <a:ext uri="{FF2B5EF4-FFF2-40B4-BE49-F238E27FC236}">
                <a16:creationId xmlns:a16="http://schemas.microsoft.com/office/drawing/2014/main" id="{F7BDAB06-3E9E-DFCF-FC9C-F8ED06360074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8802807" y="3429000"/>
            <a:ext cx="3405116" cy="3429000"/>
          </a:xfrm>
        </p:spPr>
        <p:txBody>
          <a:bodyPr/>
          <a:lstStyle/>
          <a:p>
            <a:endParaRPr lang="nl-NL"/>
          </a:p>
        </p:txBody>
      </p:sp>
      <p:sp>
        <p:nvSpPr>
          <p:cNvPr id="6" name="Tijdelijke aanduiding voor dianummer 5" hidden="1">
            <a:extLst>
              <a:ext uri="{FF2B5EF4-FFF2-40B4-BE49-F238E27FC236}">
                <a16:creationId xmlns:a16="http://schemas.microsoft.com/office/drawing/2014/main" id="{ACADC35D-191F-A041-3DDA-4D52998AD5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935978" y="6356350"/>
            <a:ext cx="417821" cy="365125"/>
          </a:xfrm>
        </p:spPr>
        <p:txBody>
          <a:bodyPr/>
          <a:lstStyle>
            <a:lvl1pPr>
              <a:defRPr b="0" i="0">
                <a:solidFill>
                  <a:srgbClr val="001158"/>
                </a:solidFill>
                <a:latin typeface="Merriweather" pitchFamily="2" charset="77"/>
              </a:defRPr>
            </a:lvl1pPr>
          </a:lstStyle>
          <a:p>
            <a:fld id="{63A6096C-3B80-FF40-9992-21B857607083}" type="slidenum">
              <a:rPr lang="nl-NL" smtClean="0"/>
              <a:pPr/>
              <a:t>‹#›</a:t>
            </a:fld>
            <a:endParaRPr lang="nl-NL" dirty="0"/>
          </a:p>
        </p:txBody>
      </p:sp>
      <p:sp>
        <p:nvSpPr>
          <p:cNvPr id="3" name="Tijdelijke aanduiding voor afbeelding 10">
            <a:extLst>
              <a:ext uri="{FF2B5EF4-FFF2-40B4-BE49-F238E27FC236}">
                <a16:creationId xmlns:a16="http://schemas.microsoft.com/office/drawing/2014/main" id="{1C5BF80F-4465-4B14-06B3-D47249486DA3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1" y="0"/>
            <a:ext cx="5492085" cy="6857999"/>
          </a:xfrm>
        </p:spPr>
        <p:txBody>
          <a:bodyPr/>
          <a:lstStyle/>
          <a:p>
            <a:endParaRPr lang="nl-NL"/>
          </a:p>
        </p:txBody>
      </p:sp>
      <p:sp>
        <p:nvSpPr>
          <p:cNvPr id="8" name="Titel 1">
            <a:extLst>
              <a:ext uri="{FF2B5EF4-FFF2-40B4-BE49-F238E27FC236}">
                <a16:creationId xmlns:a16="http://schemas.microsoft.com/office/drawing/2014/main" id="{BB1235EC-A615-0060-E37C-270414BD4F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9512" y="4455994"/>
            <a:ext cx="4316858" cy="1840813"/>
          </a:xfrm>
          <a:solidFill>
            <a:srgbClr val="001158"/>
          </a:solidFill>
        </p:spPr>
        <p:txBody>
          <a:bodyPr lIns="324000"/>
          <a:lstStyle>
            <a:lvl1pPr>
              <a:defRPr b="0" i="0">
                <a:solidFill>
                  <a:schemeClr val="bg1"/>
                </a:solidFill>
                <a:latin typeface="Merriweather" pitchFamily="2" charset="77"/>
              </a:defRPr>
            </a:lvl1pPr>
          </a:lstStyle>
          <a:p>
            <a:r>
              <a:rPr lang="nl-NL" dirty="0"/>
              <a:t>Klik om stijl te bewerken</a:t>
            </a:r>
          </a:p>
        </p:txBody>
      </p:sp>
    </p:spTree>
    <p:extLst>
      <p:ext uri="{BB962C8B-B14F-4D97-AF65-F5344CB8AC3E}">
        <p14:creationId xmlns:p14="http://schemas.microsoft.com/office/powerpoint/2010/main" val="1682755935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olgpagina - 14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jdelijke aanduiding voor dianummer 5" hidden="1">
            <a:extLst>
              <a:ext uri="{FF2B5EF4-FFF2-40B4-BE49-F238E27FC236}">
                <a16:creationId xmlns:a16="http://schemas.microsoft.com/office/drawing/2014/main" id="{ACADC35D-191F-A041-3DDA-4D52998AD5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935978" y="6356350"/>
            <a:ext cx="417821" cy="365125"/>
          </a:xfrm>
        </p:spPr>
        <p:txBody>
          <a:bodyPr/>
          <a:lstStyle>
            <a:lvl1pPr>
              <a:defRPr b="0" i="0">
                <a:solidFill>
                  <a:srgbClr val="001158"/>
                </a:solidFill>
                <a:latin typeface="Merriweather" pitchFamily="2" charset="77"/>
              </a:defRPr>
            </a:lvl1pPr>
          </a:lstStyle>
          <a:p>
            <a:fld id="{63A6096C-3B80-FF40-9992-21B857607083}" type="slidenum">
              <a:rPr lang="nl-NL" smtClean="0"/>
              <a:pPr/>
              <a:t>‹#›</a:t>
            </a:fld>
            <a:endParaRPr lang="nl-NL" dirty="0"/>
          </a:p>
        </p:txBody>
      </p:sp>
      <p:sp>
        <p:nvSpPr>
          <p:cNvPr id="3" name="Tijdelijke aanduiding voor afbeelding 10">
            <a:extLst>
              <a:ext uri="{FF2B5EF4-FFF2-40B4-BE49-F238E27FC236}">
                <a16:creationId xmlns:a16="http://schemas.microsoft.com/office/drawing/2014/main" id="{1C5BF80F-4465-4B14-06B3-D47249486DA3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1" y="0"/>
            <a:ext cx="12191999" cy="6857999"/>
          </a:xfrm>
        </p:spPr>
        <p:txBody>
          <a:bodyPr/>
          <a:lstStyle/>
          <a:p>
            <a:endParaRPr lang="nl-NL" dirty="0"/>
          </a:p>
        </p:txBody>
      </p:sp>
      <p:sp>
        <p:nvSpPr>
          <p:cNvPr id="8" name="Titel 1">
            <a:extLst>
              <a:ext uri="{FF2B5EF4-FFF2-40B4-BE49-F238E27FC236}">
                <a16:creationId xmlns:a16="http://schemas.microsoft.com/office/drawing/2014/main" id="{BB1235EC-A615-0060-E37C-270414BD4F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9512" y="4455994"/>
            <a:ext cx="4316858" cy="1840813"/>
          </a:xfrm>
          <a:solidFill>
            <a:srgbClr val="001158"/>
          </a:solidFill>
        </p:spPr>
        <p:txBody>
          <a:bodyPr lIns="324000"/>
          <a:lstStyle>
            <a:lvl1pPr>
              <a:defRPr b="0" i="0">
                <a:solidFill>
                  <a:schemeClr val="bg1"/>
                </a:solidFill>
                <a:latin typeface="Merriweather" pitchFamily="2" charset="77"/>
              </a:defRPr>
            </a:lvl1pPr>
          </a:lstStyle>
          <a:p>
            <a:r>
              <a:rPr lang="nl-NL" dirty="0"/>
              <a:t>Klik om stijl te bewerken</a:t>
            </a:r>
          </a:p>
        </p:txBody>
      </p:sp>
    </p:spTree>
    <p:extLst>
      <p:ext uri="{BB962C8B-B14F-4D97-AF65-F5344CB8AC3E}">
        <p14:creationId xmlns:p14="http://schemas.microsoft.com/office/powerpoint/2010/main" val="3810616054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moelenboek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F962088-BBD5-6AB5-760D-3688AF2836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12592" y="365125"/>
            <a:ext cx="10341208" cy="1325563"/>
          </a:xfrm>
        </p:spPr>
        <p:txBody>
          <a:bodyPr/>
          <a:lstStyle>
            <a:lvl1pPr>
              <a:defRPr b="0" i="0">
                <a:latin typeface="Merriweather" pitchFamily="2" charset="77"/>
              </a:defRPr>
            </a:lvl1pPr>
          </a:lstStyle>
          <a:p>
            <a:endParaRPr lang="nl-NL" dirty="0"/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AD17FC0D-7DB9-6A85-CC26-55CB498D788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12591" y="1825625"/>
            <a:ext cx="10341209" cy="1013109"/>
          </a:xfrm>
        </p:spPr>
        <p:txBody>
          <a:bodyPr/>
          <a:lstStyle>
            <a:lvl1pPr>
              <a:defRPr b="0" i="0">
                <a:latin typeface="Merriweather" pitchFamily="2" charset="77"/>
              </a:defRPr>
            </a:lvl1pPr>
            <a:lvl2pPr>
              <a:defRPr b="0" i="0">
                <a:latin typeface="Merriweather" pitchFamily="2" charset="77"/>
              </a:defRPr>
            </a:lvl2pPr>
            <a:lvl3pPr>
              <a:defRPr b="0" i="0">
                <a:latin typeface="Merriweather" pitchFamily="2" charset="77"/>
              </a:defRPr>
            </a:lvl3pPr>
            <a:lvl4pPr>
              <a:defRPr b="0" i="0">
                <a:latin typeface="Merriweather" pitchFamily="2" charset="77"/>
              </a:defRPr>
            </a:lvl4pPr>
            <a:lvl5pPr>
              <a:defRPr b="0" i="0">
                <a:latin typeface="Merriweather" pitchFamily="2" charset="77"/>
              </a:defRPr>
            </a:lvl5pPr>
          </a:lstStyle>
          <a:p>
            <a:pPr lvl="0"/>
            <a:endParaRPr lang="nl-NL" dirty="0"/>
          </a:p>
        </p:txBody>
      </p:sp>
      <p:sp>
        <p:nvSpPr>
          <p:cNvPr id="6" name="Tijdelijke aanduiding voor dianummer 5" hidden="1">
            <a:extLst>
              <a:ext uri="{FF2B5EF4-FFF2-40B4-BE49-F238E27FC236}">
                <a16:creationId xmlns:a16="http://schemas.microsoft.com/office/drawing/2014/main" id="{ACADC35D-191F-A041-3DDA-4D52998AD5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935978" y="6356350"/>
            <a:ext cx="417821" cy="365125"/>
          </a:xfrm>
        </p:spPr>
        <p:txBody>
          <a:bodyPr/>
          <a:lstStyle>
            <a:lvl1pPr>
              <a:defRPr b="0" i="0">
                <a:solidFill>
                  <a:srgbClr val="001158"/>
                </a:solidFill>
                <a:latin typeface="Merriweather" pitchFamily="2" charset="77"/>
              </a:defRPr>
            </a:lvl1pPr>
          </a:lstStyle>
          <a:p>
            <a:fld id="{63A6096C-3B80-FF40-9992-21B857607083}" type="slidenum">
              <a:rPr lang="nl-NL" smtClean="0"/>
              <a:pPr/>
              <a:t>‹#›</a:t>
            </a:fld>
            <a:endParaRPr lang="nl-NL" dirty="0"/>
          </a:p>
        </p:txBody>
      </p:sp>
      <p:sp>
        <p:nvSpPr>
          <p:cNvPr id="9" name="Tijdelijke aanduiding voor afbeelding 8">
            <a:extLst>
              <a:ext uri="{FF2B5EF4-FFF2-40B4-BE49-F238E27FC236}">
                <a16:creationId xmlns:a16="http://schemas.microsoft.com/office/drawing/2014/main" id="{F6AE0A73-380C-1B8D-3CEF-D6613C869C39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1012825" y="3049588"/>
            <a:ext cx="1812262" cy="2191152"/>
          </a:xfrm>
        </p:spPr>
        <p:txBody>
          <a:bodyPr/>
          <a:lstStyle>
            <a:lvl1pPr>
              <a:defRPr sz="800"/>
            </a:lvl1pPr>
          </a:lstStyle>
          <a:p>
            <a:endParaRPr lang="nl-NL" dirty="0"/>
          </a:p>
        </p:txBody>
      </p:sp>
      <p:sp>
        <p:nvSpPr>
          <p:cNvPr id="10" name="Tijdelijke aanduiding voor inhoud 2">
            <a:extLst>
              <a:ext uri="{FF2B5EF4-FFF2-40B4-BE49-F238E27FC236}">
                <a16:creationId xmlns:a16="http://schemas.microsoft.com/office/drawing/2014/main" id="{7E32EF97-8820-5985-CB92-7052FF65B82A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1012592" y="5394515"/>
            <a:ext cx="1812262" cy="1013109"/>
          </a:xfrm>
        </p:spPr>
        <p:txBody>
          <a:bodyPr/>
          <a:lstStyle>
            <a:lvl1pPr marL="0" indent="0">
              <a:buNone/>
              <a:defRPr sz="900" b="0" i="0">
                <a:latin typeface="Merriweather" pitchFamily="2" charset="77"/>
              </a:defRPr>
            </a:lvl1pPr>
            <a:lvl2pPr marL="457200" indent="0">
              <a:buNone/>
              <a:defRPr sz="800" b="0" i="0">
                <a:latin typeface="Merriweather" pitchFamily="2" charset="77"/>
              </a:defRPr>
            </a:lvl2pPr>
            <a:lvl3pPr marL="914400" indent="0">
              <a:buNone/>
              <a:defRPr sz="700" b="0" i="0">
                <a:latin typeface="Merriweather" pitchFamily="2" charset="77"/>
              </a:defRPr>
            </a:lvl3pPr>
            <a:lvl4pPr marL="1371600" indent="0">
              <a:buNone/>
              <a:defRPr sz="600" b="0" i="0">
                <a:latin typeface="Merriweather" pitchFamily="2" charset="77"/>
              </a:defRPr>
            </a:lvl4pPr>
            <a:lvl5pPr marL="1828800" indent="0">
              <a:buNone/>
              <a:defRPr sz="600" b="0" i="0">
                <a:latin typeface="Merriweather" pitchFamily="2" charset="77"/>
              </a:defRPr>
            </a:lvl5pPr>
          </a:lstStyle>
          <a:p>
            <a:pPr lvl="0"/>
            <a:endParaRPr lang="nl-NL" dirty="0"/>
          </a:p>
        </p:txBody>
      </p:sp>
      <p:sp>
        <p:nvSpPr>
          <p:cNvPr id="11" name="Tijdelijke aanduiding voor afbeelding 8">
            <a:extLst>
              <a:ext uri="{FF2B5EF4-FFF2-40B4-BE49-F238E27FC236}">
                <a16:creationId xmlns:a16="http://schemas.microsoft.com/office/drawing/2014/main" id="{8EB5FB60-14D3-EFF5-4C47-19FD919C37B9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3162350" y="3049588"/>
            <a:ext cx="1812262" cy="2191152"/>
          </a:xfrm>
        </p:spPr>
        <p:txBody>
          <a:bodyPr/>
          <a:lstStyle>
            <a:lvl1pPr>
              <a:defRPr sz="800"/>
            </a:lvl1pPr>
          </a:lstStyle>
          <a:p>
            <a:endParaRPr lang="nl-NL" dirty="0"/>
          </a:p>
        </p:txBody>
      </p:sp>
      <p:sp>
        <p:nvSpPr>
          <p:cNvPr id="12" name="Tijdelijke aanduiding voor inhoud 2">
            <a:extLst>
              <a:ext uri="{FF2B5EF4-FFF2-40B4-BE49-F238E27FC236}">
                <a16:creationId xmlns:a16="http://schemas.microsoft.com/office/drawing/2014/main" id="{881D2310-90DF-7BB1-D578-CFEF0F5C8EC0}"/>
              </a:ext>
            </a:extLst>
          </p:cNvPr>
          <p:cNvSpPr>
            <a:spLocks noGrp="1"/>
          </p:cNvSpPr>
          <p:nvPr>
            <p:ph idx="16"/>
          </p:nvPr>
        </p:nvSpPr>
        <p:spPr>
          <a:xfrm>
            <a:off x="3162117" y="5394515"/>
            <a:ext cx="1812262" cy="1013109"/>
          </a:xfrm>
        </p:spPr>
        <p:txBody>
          <a:bodyPr/>
          <a:lstStyle>
            <a:lvl1pPr marL="0" indent="0">
              <a:buNone/>
              <a:defRPr sz="900" b="0" i="0">
                <a:latin typeface="Merriweather" pitchFamily="2" charset="77"/>
              </a:defRPr>
            </a:lvl1pPr>
            <a:lvl2pPr marL="457200" indent="0">
              <a:buNone/>
              <a:defRPr sz="800" b="0" i="0">
                <a:latin typeface="Merriweather" pitchFamily="2" charset="77"/>
              </a:defRPr>
            </a:lvl2pPr>
            <a:lvl3pPr marL="914400" indent="0">
              <a:buNone/>
              <a:defRPr sz="700" b="0" i="0">
                <a:latin typeface="Merriweather" pitchFamily="2" charset="77"/>
              </a:defRPr>
            </a:lvl3pPr>
            <a:lvl4pPr marL="1371600" indent="0">
              <a:buNone/>
              <a:defRPr sz="600" b="0" i="0">
                <a:latin typeface="Merriweather" pitchFamily="2" charset="77"/>
              </a:defRPr>
            </a:lvl4pPr>
            <a:lvl5pPr marL="1828800" indent="0">
              <a:buNone/>
              <a:defRPr sz="600" b="0" i="0">
                <a:latin typeface="Merriweather" pitchFamily="2" charset="77"/>
              </a:defRPr>
            </a:lvl5pPr>
          </a:lstStyle>
          <a:p>
            <a:pPr lvl="0"/>
            <a:endParaRPr lang="nl-NL" dirty="0"/>
          </a:p>
        </p:txBody>
      </p:sp>
      <p:sp>
        <p:nvSpPr>
          <p:cNvPr id="13" name="Tijdelijke aanduiding voor afbeelding 8">
            <a:extLst>
              <a:ext uri="{FF2B5EF4-FFF2-40B4-BE49-F238E27FC236}">
                <a16:creationId xmlns:a16="http://schemas.microsoft.com/office/drawing/2014/main" id="{61D2B422-3E4E-776F-FFE9-45F0FB00024D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5305049" y="3049588"/>
            <a:ext cx="1812262" cy="2191152"/>
          </a:xfrm>
        </p:spPr>
        <p:txBody>
          <a:bodyPr/>
          <a:lstStyle>
            <a:lvl1pPr>
              <a:defRPr sz="800"/>
            </a:lvl1pPr>
          </a:lstStyle>
          <a:p>
            <a:endParaRPr lang="nl-NL" dirty="0"/>
          </a:p>
        </p:txBody>
      </p:sp>
      <p:sp>
        <p:nvSpPr>
          <p:cNvPr id="14" name="Tijdelijke aanduiding voor inhoud 2">
            <a:extLst>
              <a:ext uri="{FF2B5EF4-FFF2-40B4-BE49-F238E27FC236}">
                <a16:creationId xmlns:a16="http://schemas.microsoft.com/office/drawing/2014/main" id="{6AA74CF0-F98A-3CEB-EC1B-954CE770C4E2}"/>
              </a:ext>
            </a:extLst>
          </p:cNvPr>
          <p:cNvSpPr>
            <a:spLocks noGrp="1"/>
          </p:cNvSpPr>
          <p:nvPr>
            <p:ph idx="18"/>
          </p:nvPr>
        </p:nvSpPr>
        <p:spPr>
          <a:xfrm>
            <a:off x="5304816" y="5394515"/>
            <a:ext cx="1812262" cy="1013109"/>
          </a:xfrm>
        </p:spPr>
        <p:txBody>
          <a:bodyPr/>
          <a:lstStyle>
            <a:lvl1pPr marL="0" indent="0">
              <a:buNone/>
              <a:defRPr sz="900" b="0" i="0">
                <a:latin typeface="Merriweather" pitchFamily="2" charset="77"/>
              </a:defRPr>
            </a:lvl1pPr>
            <a:lvl2pPr marL="457200" indent="0">
              <a:buNone/>
              <a:defRPr sz="800" b="0" i="0">
                <a:latin typeface="Merriweather" pitchFamily="2" charset="77"/>
              </a:defRPr>
            </a:lvl2pPr>
            <a:lvl3pPr marL="914400" indent="0">
              <a:buNone/>
              <a:defRPr sz="700" b="0" i="0">
                <a:latin typeface="Merriweather" pitchFamily="2" charset="77"/>
              </a:defRPr>
            </a:lvl3pPr>
            <a:lvl4pPr marL="1371600" indent="0">
              <a:buNone/>
              <a:defRPr sz="600" b="0" i="0">
                <a:latin typeface="Merriweather" pitchFamily="2" charset="77"/>
              </a:defRPr>
            </a:lvl4pPr>
            <a:lvl5pPr marL="1828800" indent="0">
              <a:buNone/>
              <a:defRPr sz="600" b="0" i="0">
                <a:latin typeface="Merriweather" pitchFamily="2" charset="77"/>
              </a:defRPr>
            </a:lvl5pPr>
          </a:lstStyle>
          <a:p>
            <a:pPr lvl="0"/>
            <a:endParaRPr lang="nl-NL" dirty="0"/>
          </a:p>
        </p:txBody>
      </p:sp>
      <p:sp>
        <p:nvSpPr>
          <p:cNvPr id="15" name="Tijdelijke aanduiding voor afbeelding 8">
            <a:extLst>
              <a:ext uri="{FF2B5EF4-FFF2-40B4-BE49-F238E27FC236}">
                <a16:creationId xmlns:a16="http://schemas.microsoft.com/office/drawing/2014/main" id="{4601F334-92E3-372C-6493-E67C385F4E6F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7427273" y="3049588"/>
            <a:ext cx="1812262" cy="2191152"/>
          </a:xfrm>
        </p:spPr>
        <p:txBody>
          <a:bodyPr/>
          <a:lstStyle>
            <a:lvl1pPr>
              <a:defRPr sz="800"/>
            </a:lvl1pPr>
          </a:lstStyle>
          <a:p>
            <a:endParaRPr lang="nl-NL" dirty="0"/>
          </a:p>
        </p:txBody>
      </p:sp>
      <p:sp>
        <p:nvSpPr>
          <p:cNvPr id="16" name="Tijdelijke aanduiding voor inhoud 2">
            <a:extLst>
              <a:ext uri="{FF2B5EF4-FFF2-40B4-BE49-F238E27FC236}">
                <a16:creationId xmlns:a16="http://schemas.microsoft.com/office/drawing/2014/main" id="{18EADB28-CB7E-9CBE-DBCE-6BD7871B3619}"/>
              </a:ext>
            </a:extLst>
          </p:cNvPr>
          <p:cNvSpPr>
            <a:spLocks noGrp="1"/>
          </p:cNvSpPr>
          <p:nvPr>
            <p:ph idx="20"/>
          </p:nvPr>
        </p:nvSpPr>
        <p:spPr>
          <a:xfrm>
            <a:off x="7427040" y="5394515"/>
            <a:ext cx="1812262" cy="1013109"/>
          </a:xfrm>
        </p:spPr>
        <p:txBody>
          <a:bodyPr/>
          <a:lstStyle>
            <a:lvl1pPr marL="0" indent="0">
              <a:buNone/>
              <a:defRPr sz="900" b="0" i="0">
                <a:latin typeface="Merriweather" pitchFamily="2" charset="77"/>
              </a:defRPr>
            </a:lvl1pPr>
            <a:lvl2pPr marL="457200" indent="0">
              <a:buNone/>
              <a:defRPr sz="800" b="0" i="0">
                <a:latin typeface="Merriweather" pitchFamily="2" charset="77"/>
              </a:defRPr>
            </a:lvl2pPr>
            <a:lvl3pPr marL="914400" indent="0">
              <a:buNone/>
              <a:defRPr sz="700" b="0" i="0">
                <a:latin typeface="Merriweather" pitchFamily="2" charset="77"/>
              </a:defRPr>
            </a:lvl3pPr>
            <a:lvl4pPr marL="1371600" indent="0">
              <a:buNone/>
              <a:defRPr sz="600" b="0" i="0">
                <a:latin typeface="Merriweather" pitchFamily="2" charset="77"/>
              </a:defRPr>
            </a:lvl4pPr>
            <a:lvl5pPr marL="1828800" indent="0">
              <a:buNone/>
              <a:defRPr sz="600" b="0" i="0">
                <a:latin typeface="Merriweather" pitchFamily="2" charset="77"/>
              </a:defRPr>
            </a:lvl5pPr>
          </a:lstStyle>
          <a:p>
            <a:pPr lvl="0"/>
            <a:endParaRPr lang="nl-NL" dirty="0"/>
          </a:p>
        </p:txBody>
      </p:sp>
      <p:sp>
        <p:nvSpPr>
          <p:cNvPr id="17" name="Tijdelijke aanduiding voor afbeelding 8">
            <a:extLst>
              <a:ext uri="{FF2B5EF4-FFF2-40B4-BE49-F238E27FC236}">
                <a16:creationId xmlns:a16="http://schemas.microsoft.com/office/drawing/2014/main" id="{F91E3DBE-14E8-E017-7A1C-85F43E815684}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9549500" y="3049588"/>
            <a:ext cx="1812262" cy="2191152"/>
          </a:xfrm>
        </p:spPr>
        <p:txBody>
          <a:bodyPr/>
          <a:lstStyle>
            <a:lvl1pPr>
              <a:defRPr sz="800"/>
            </a:lvl1pPr>
          </a:lstStyle>
          <a:p>
            <a:endParaRPr lang="nl-NL" dirty="0"/>
          </a:p>
        </p:txBody>
      </p:sp>
      <p:sp>
        <p:nvSpPr>
          <p:cNvPr id="18" name="Tijdelijke aanduiding voor inhoud 2">
            <a:extLst>
              <a:ext uri="{FF2B5EF4-FFF2-40B4-BE49-F238E27FC236}">
                <a16:creationId xmlns:a16="http://schemas.microsoft.com/office/drawing/2014/main" id="{D2DA80AA-27FF-7EE7-681A-FFDE35B52313}"/>
              </a:ext>
            </a:extLst>
          </p:cNvPr>
          <p:cNvSpPr>
            <a:spLocks noGrp="1"/>
          </p:cNvSpPr>
          <p:nvPr>
            <p:ph idx="22"/>
          </p:nvPr>
        </p:nvSpPr>
        <p:spPr>
          <a:xfrm>
            <a:off x="9549267" y="5394515"/>
            <a:ext cx="1812262" cy="1013109"/>
          </a:xfrm>
        </p:spPr>
        <p:txBody>
          <a:bodyPr/>
          <a:lstStyle>
            <a:lvl1pPr marL="0" indent="0">
              <a:buNone/>
              <a:defRPr sz="900" b="0" i="0">
                <a:latin typeface="Merriweather" pitchFamily="2" charset="77"/>
              </a:defRPr>
            </a:lvl1pPr>
            <a:lvl2pPr marL="457200" indent="0">
              <a:buNone/>
              <a:defRPr sz="800" b="0" i="0">
                <a:latin typeface="Merriweather" pitchFamily="2" charset="77"/>
              </a:defRPr>
            </a:lvl2pPr>
            <a:lvl3pPr marL="914400" indent="0">
              <a:buNone/>
              <a:defRPr sz="700" b="0" i="0">
                <a:latin typeface="Merriweather" pitchFamily="2" charset="77"/>
              </a:defRPr>
            </a:lvl3pPr>
            <a:lvl4pPr marL="1371600" indent="0">
              <a:buNone/>
              <a:defRPr sz="600" b="0" i="0">
                <a:latin typeface="Merriweather" pitchFamily="2" charset="77"/>
              </a:defRPr>
            </a:lvl4pPr>
            <a:lvl5pPr marL="1828800" indent="0">
              <a:buNone/>
              <a:defRPr sz="600" b="0" i="0">
                <a:latin typeface="Merriweather" pitchFamily="2" charset="77"/>
              </a:defRPr>
            </a:lvl5pPr>
          </a:lstStyle>
          <a:p>
            <a:pPr lvl="0"/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302812612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olgpagina - 16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jdelijke aanduiding voor dianummer 5" hidden="1">
            <a:extLst>
              <a:ext uri="{FF2B5EF4-FFF2-40B4-BE49-F238E27FC236}">
                <a16:creationId xmlns:a16="http://schemas.microsoft.com/office/drawing/2014/main" id="{ACADC35D-191F-A041-3DDA-4D52998AD5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935978" y="6356350"/>
            <a:ext cx="417821" cy="365125"/>
          </a:xfrm>
        </p:spPr>
        <p:txBody>
          <a:bodyPr/>
          <a:lstStyle>
            <a:lvl1pPr>
              <a:defRPr b="0" i="0">
                <a:solidFill>
                  <a:srgbClr val="001158"/>
                </a:solidFill>
                <a:latin typeface="Merriweather" pitchFamily="2" charset="77"/>
              </a:defRPr>
            </a:lvl1pPr>
          </a:lstStyle>
          <a:p>
            <a:fld id="{63A6096C-3B80-FF40-9992-21B857607083}" type="slidenum">
              <a:rPr lang="nl-NL" smtClean="0"/>
              <a:pPr/>
              <a:t>‹#›</a:t>
            </a:fld>
            <a:endParaRPr lang="nl-NL" dirty="0"/>
          </a:p>
        </p:txBody>
      </p:sp>
      <p:sp>
        <p:nvSpPr>
          <p:cNvPr id="4" name="Tijdelijke aanduiding voor afbeelding 10">
            <a:extLst>
              <a:ext uri="{FF2B5EF4-FFF2-40B4-BE49-F238E27FC236}">
                <a16:creationId xmlns:a16="http://schemas.microsoft.com/office/drawing/2014/main" id="{857F7FE0-63AB-A854-BA9D-0116B556346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346209" y="0"/>
            <a:ext cx="5845791" cy="3429000"/>
          </a:xfrm>
        </p:spPr>
        <p:txBody>
          <a:bodyPr/>
          <a:lstStyle/>
          <a:p>
            <a:endParaRPr lang="nl-NL"/>
          </a:p>
        </p:txBody>
      </p:sp>
      <p:sp>
        <p:nvSpPr>
          <p:cNvPr id="7" name="Tijdelijke aanduiding voor afbeelding 10">
            <a:extLst>
              <a:ext uri="{FF2B5EF4-FFF2-40B4-BE49-F238E27FC236}">
                <a16:creationId xmlns:a16="http://schemas.microsoft.com/office/drawing/2014/main" id="{9211A429-036F-1729-8B5F-287CCD504E30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346209" y="3429000"/>
            <a:ext cx="5845791" cy="3429000"/>
          </a:xfrm>
        </p:spPr>
        <p:txBody>
          <a:bodyPr/>
          <a:lstStyle/>
          <a:p>
            <a:endParaRPr lang="nl-NL" dirty="0"/>
          </a:p>
        </p:txBody>
      </p:sp>
      <p:sp>
        <p:nvSpPr>
          <p:cNvPr id="8" name="Titel 1">
            <a:extLst>
              <a:ext uri="{FF2B5EF4-FFF2-40B4-BE49-F238E27FC236}">
                <a16:creationId xmlns:a16="http://schemas.microsoft.com/office/drawing/2014/main" id="{BB1235EC-A615-0060-E37C-270414BD4F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12592" y="365125"/>
            <a:ext cx="5083408" cy="1325563"/>
          </a:xfrm>
        </p:spPr>
        <p:txBody>
          <a:bodyPr/>
          <a:lstStyle>
            <a:lvl1pPr>
              <a:defRPr b="0" i="0">
                <a:latin typeface="Merriweather" pitchFamily="2" charset="77"/>
              </a:defRPr>
            </a:lvl1pPr>
          </a:lstStyle>
          <a:p>
            <a:r>
              <a:rPr lang="nl-NL" dirty="0"/>
              <a:t>Klik om stijl te bewerken</a:t>
            </a:r>
          </a:p>
        </p:txBody>
      </p:sp>
      <p:sp>
        <p:nvSpPr>
          <p:cNvPr id="9" name="Tijdelijke aanduiding voor inhoud 2">
            <a:extLst>
              <a:ext uri="{FF2B5EF4-FFF2-40B4-BE49-F238E27FC236}">
                <a16:creationId xmlns:a16="http://schemas.microsoft.com/office/drawing/2014/main" id="{A3630B0C-D7B5-B04F-3CAD-05E82470B23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12591" y="1825625"/>
            <a:ext cx="5083409" cy="4351338"/>
          </a:xfrm>
        </p:spPr>
        <p:txBody>
          <a:bodyPr/>
          <a:lstStyle>
            <a:lvl1pPr>
              <a:defRPr b="0" i="0">
                <a:latin typeface="Merriweather" pitchFamily="2" charset="77"/>
              </a:defRPr>
            </a:lvl1pPr>
            <a:lvl2pPr>
              <a:defRPr b="0" i="0">
                <a:latin typeface="Merriweather" pitchFamily="2" charset="77"/>
              </a:defRPr>
            </a:lvl2pPr>
            <a:lvl3pPr>
              <a:defRPr b="0" i="0">
                <a:latin typeface="Merriweather" pitchFamily="2" charset="77"/>
              </a:defRPr>
            </a:lvl3pPr>
            <a:lvl4pPr>
              <a:defRPr b="0" i="0">
                <a:latin typeface="Merriweather" pitchFamily="2" charset="77"/>
              </a:defRPr>
            </a:lvl4pPr>
            <a:lvl5pPr>
              <a:defRPr b="0" i="0">
                <a:latin typeface="Merriweather" pitchFamily="2" charset="77"/>
              </a:defRPr>
            </a:lvl5pPr>
          </a:lstStyle>
          <a:p>
            <a:pPr lvl="0"/>
            <a:r>
              <a:rPr lang="nl-NL" dirty="0"/>
              <a:t>Klikken om de tekststijl van het model te bewerken</a:t>
            </a:r>
          </a:p>
          <a:p>
            <a:pPr lvl="1"/>
            <a:r>
              <a:rPr lang="nl-NL" dirty="0"/>
              <a:t>Tweede niveau</a:t>
            </a:r>
          </a:p>
          <a:p>
            <a:pPr lvl="2"/>
            <a:r>
              <a:rPr lang="nl-NL" dirty="0"/>
              <a:t>Derde niveau</a:t>
            </a:r>
          </a:p>
          <a:p>
            <a:pPr lvl="3"/>
            <a:r>
              <a:rPr lang="nl-NL" dirty="0"/>
              <a:t>Vierde niveau</a:t>
            </a:r>
          </a:p>
          <a:p>
            <a:pPr lvl="4"/>
            <a:r>
              <a:rPr lang="nl-NL" dirty="0"/>
              <a:t>Vijfde niveau</a:t>
            </a:r>
          </a:p>
        </p:txBody>
      </p:sp>
    </p:spTree>
    <p:extLst>
      <p:ext uri="{BB962C8B-B14F-4D97-AF65-F5344CB8AC3E}">
        <p14:creationId xmlns:p14="http://schemas.microsoft.com/office/powerpoint/2010/main" val="319017880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olgpagina - 17">
    <p:bg>
      <p:bgPr>
        <a:solidFill>
          <a:srgbClr val="BCD2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jdelijke aanduiding voor dianummer 5" hidden="1">
            <a:extLst>
              <a:ext uri="{FF2B5EF4-FFF2-40B4-BE49-F238E27FC236}">
                <a16:creationId xmlns:a16="http://schemas.microsoft.com/office/drawing/2014/main" id="{ACADC35D-191F-A041-3DDA-4D52998AD5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935978" y="6356350"/>
            <a:ext cx="417821" cy="365125"/>
          </a:xfrm>
        </p:spPr>
        <p:txBody>
          <a:bodyPr/>
          <a:lstStyle>
            <a:lvl1pPr>
              <a:defRPr b="0" i="0">
                <a:solidFill>
                  <a:srgbClr val="001158"/>
                </a:solidFill>
                <a:latin typeface="Merriweather" pitchFamily="2" charset="77"/>
              </a:defRPr>
            </a:lvl1pPr>
          </a:lstStyle>
          <a:p>
            <a:fld id="{63A6096C-3B80-FF40-9992-21B857607083}" type="slidenum">
              <a:rPr lang="nl-NL" smtClean="0"/>
              <a:pPr/>
              <a:t>‹#›</a:t>
            </a:fld>
            <a:endParaRPr lang="nl-NL" dirty="0"/>
          </a:p>
        </p:txBody>
      </p:sp>
      <p:sp>
        <p:nvSpPr>
          <p:cNvPr id="4" name="Titel 1">
            <a:extLst>
              <a:ext uri="{FF2B5EF4-FFF2-40B4-BE49-F238E27FC236}">
                <a16:creationId xmlns:a16="http://schemas.microsoft.com/office/drawing/2014/main" id="{B9D022C3-22E9-7621-4877-5C9220252A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>
            <a:lvl1pPr>
              <a:defRPr b="0" i="0">
                <a:latin typeface="Merriweather" pitchFamily="2" charset="77"/>
              </a:defRPr>
            </a:lvl1pPr>
          </a:lstStyle>
          <a:p>
            <a:r>
              <a:rPr lang="nl-NL" dirty="0"/>
              <a:t>Klik om stijl te bewerken</a:t>
            </a:r>
          </a:p>
        </p:txBody>
      </p:sp>
      <p:sp>
        <p:nvSpPr>
          <p:cNvPr id="7" name="Tijdelijke aanduiding voor inhoud 2">
            <a:extLst>
              <a:ext uri="{FF2B5EF4-FFF2-40B4-BE49-F238E27FC236}">
                <a16:creationId xmlns:a16="http://schemas.microsoft.com/office/drawing/2014/main" id="{4FEBD01F-6CB2-0540-A1B8-9A6A3537AA5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>
            <a:lvl1pPr>
              <a:defRPr b="0" i="0">
                <a:latin typeface="Merriweather" pitchFamily="2" charset="77"/>
              </a:defRPr>
            </a:lvl1pPr>
            <a:lvl2pPr>
              <a:defRPr b="0" i="0">
                <a:latin typeface="Merriweather" pitchFamily="2" charset="77"/>
              </a:defRPr>
            </a:lvl2pPr>
            <a:lvl3pPr>
              <a:defRPr b="0" i="0">
                <a:latin typeface="Merriweather" pitchFamily="2" charset="77"/>
              </a:defRPr>
            </a:lvl3pPr>
            <a:lvl4pPr>
              <a:defRPr b="0" i="0">
                <a:latin typeface="Merriweather" pitchFamily="2" charset="77"/>
              </a:defRPr>
            </a:lvl4pPr>
            <a:lvl5pPr>
              <a:defRPr b="0" i="0">
                <a:latin typeface="Merriweather" pitchFamily="2" charset="77"/>
              </a:defRPr>
            </a:lvl5pPr>
          </a:lstStyle>
          <a:p>
            <a:pPr lvl="0"/>
            <a:r>
              <a:rPr lang="nl-NL" dirty="0"/>
              <a:t>Klikken om de tekststijl van het model te bewerken</a:t>
            </a:r>
          </a:p>
          <a:p>
            <a:pPr lvl="1"/>
            <a:r>
              <a:rPr lang="nl-NL" dirty="0"/>
              <a:t>Tweede niveau</a:t>
            </a:r>
          </a:p>
          <a:p>
            <a:pPr lvl="2"/>
            <a:r>
              <a:rPr lang="nl-NL" dirty="0"/>
              <a:t>Derde niveau</a:t>
            </a:r>
          </a:p>
          <a:p>
            <a:pPr lvl="3"/>
            <a:r>
              <a:rPr lang="nl-NL" dirty="0"/>
              <a:t>Vierde niveau</a:t>
            </a:r>
          </a:p>
          <a:p>
            <a:pPr lvl="4"/>
            <a:r>
              <a:rPr lang="nl-NL" dirty="0"/>
              <a:t>Vijfde niveau</a:t>
            </a:r>
          </a:p>
        </p:txBody>
      </p:sp>
      <p:sp>
        <p:nvSpPr>
          <p:cNvPr id="8" name="Tijdelijke aanduiding voor inhoud 3">
            <a:extLst>
              <a:ext uri="{FF2B5EF4-FFF2-40B4-BE49-F238E27FC236}">
                <a16:creationId xmlns:a16="http://schemas.microsoft.com/office/drawing/2014/main" id="{21CA3045-6E5B-0C65-B072-5B93850444C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>
            <a:lvl1pPr>
              <a:defRPr b="0" i="0">
                <a:latin typeface="Merriweather" pitchFamily="2" charset="77"/>
              </a:defRPr>
            </a:lvl1pPr>
            <a:lvl2pPr>
              <a:defRPr b="0" i="0">
                <a:latin typeface="Merriweather" pitchFamily="2" charset="77"/>
              </a:defRPr>
            </a:lvl2pPr>
            <a:lvl3pPr>
              <a:defRPr b="0" i="0">
                <a:latin typeface="Merriweather" pitchFamily="2" charset="77"/>
              </a:defRPr>
            </a:lvl3pPr>
            <a:lvl4pPr>
              <a:defRPr b="0" i="0">
                <a:latin typeface="Merriweather" pitchFamily="2" charset="77"/>
              </a:defRPr>
            </a:lvl4pPr>
            <a:lvl5pPr>
              <a:defRPr b="0" i="0">
                <a:latin typeface="Merriweather" pitchFamily="2" charset="77"/>
              </a:defRPr>
            </a:lvl5pPr>
          </a:lstStyle>
          <a:p>
            <a:pPr lvl="0"/>
            <a:r>
              <a:rPr lang="nl-NL" dirty="0"/>
              <a:t>Klikken om de tekststijl van het model te bewerken</a:t>
            </a:r>
          </a:p>
          <a:p>
            <a:pPr lvl="1"/>
            <a:r>
              <a:rPr lang="nl-NL" dirty="0"/>
              <a:t>Tweede niveau</a:t>
            </a:r>
          </a:p>
          <a:p>
            <a:pPr lvl="2"/>
            <a:r>
              <a:rPr lang="nl-NL" dirty="0"/>
              <a:t>Derde niveau</a:t>
            </a:r>
          </a:p>
          <a:p>
            <a:pPr lvl="3"/>
            <a:r>
              <a:rPr lang="nl-NL" dirty="0"/>
              <a:t>Vierde niveau</a:t>
            </a:r>
          </a:p>
          <a:p>
            <a:pPr lvl="4"/>
            <a:r>
              <a:rPr lang="nl-NL" dirty="0"/>
              <a:t>Vijfde niveau</a:t>
            </a:r>
          </a:p>
        </p:txBody>
      </p:sp>
    </p:spTree>
    <p:extLst>
      <p:ext uri="{BB962C8B-B14F-4D97-AF65-F5344CB8AC3E}">
        <p14:creationId xmlns:p14="http://schemas.microsoft.com/office/powerpoint/2010/main" val="333569774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29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titel 1">
            <a:extLst>
              <a:ext uri="{FF2B5EF4-FFF2-40B4-BE49-F238E27FC236}">
                <a16:creationId xmlns:a16="http://schemas.microsoft.com/office/drawing/2014/main" id="{3D2D4EC5-AA7E-B4B7-8196-12EBB58059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nl-NL" dirty="0"/>
              <a:t>Klik om stijl te bewerken</a:t>
            </a:r>
          </a:p>
        </p:txBody>
      </p:sp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0BBA1463-5E61-37E4-02F5-F0AEEF29180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/>
          <a:p>
            <a:pPr lvl="0"/>
            <a:r>
              <a:rPr lang="nl-NL" dirty="0"/>
              <a:t>Klikken om de tekststijl van het model te bewerken</a:t>
            </a:r>
          </a:p>
          <a:p>
            <a:pPr lvl="1"/>
            <a:r>
              <a:rPr lang="nl-NL" dirty="0"/>
              <a:t>Tweede niveau</a:t>
            </a:r>
          </a:p>
          <a:p>
            <a:pPr lvl="2"/>
            <a:r>
              <a:rPr lang="nl-NL" dirty="0"/>
              <a:t>Derde niveau</a:t>
            </a:r>
          </a:p>
          <a:p>
            <a:pPr lvl="3"/>
            <a:r>
              <a:rPr lang="nl-NL" dirty="0"/>
              <a:t>Vierde niveau</a:t>
            </a:r>
          </a:p>
          <a:p>
            <a:pPr lvl="4"/>
            <a:r>
              <a:rPr lang="nl-NL" dirty="0"/>
              <a:t>Vijfde niveau</a:t>
            </a:r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B5D7F3DB-6753-5B31-D480-9F9C6A76CA5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b="0" i="0">
                <a:solidFill>
                  <a:schemeClr val="tx1">
                    <a:tint val="75000"/>
                  </a:schemeClr>
                </a:solidFill>
                <a:latin typeface="Merriweather" pitchFamily="2" charset="77"/>
              </a:defRPr>
            </a:lvl1pPr>
          </a:lstStyle>
          <a:p>
            <a:endParaRPr lang="nl-NL" dirty="0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5492AEA7-30ED-7043-6008-5F68E744E4E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800" b="0" i="0">
                <a:solidFill>
                  <a:schemeClr val="tx1">
                    <a:tint val="75000"/>
                  </a:schemeClr>
                </a:solidFill>
                <a:latin typeface="Merriweather" pitchFamily="2" charset="77"/>
              </a:defRPr>
            </a:lvl1pPr>
          </a:lstStyle>
          <a:p>
            <a:r>
              <a:rPr lang="nl-NL"/>
              <a:t>Hier staat de titel van de presentatie</a:t>
            </a:r>
            <a:endParaRPr lang="nl-NL" dirty="0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90FA7254-9BBF-1B83-48BF-721B417A0D7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800" b="0" i="0">
                <a:solidFill>
                  <a:schemeClr val="tx1">
                    <a:tint val="75000"/>
                  </a:schemeClr>
                </a:solidFill>
                <a:latin typeface="Merriweather" pitchFamily="2" charset="77"/>
              </a:defRPr>
            </a:lvl1pPr>
          </a:lstStyle>
          <a:p>
            <a:fld id="{63A6096C-3B80-FF40-9992-21B857607083}" type="slidenum">
              <a:rPr lang="nl-NL" smtClean="0"/>
              <a:pPr/>
              <a:t>‹#›</a:t>
            </a:fld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131071019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3" r:id="rId1"/>
    <p:sldLayoutId id="2147483680" r:id="rId2"/>
    <p:sldLayoutId id="2147483688" r:id="rId3"/>
    <p:sldLayoutId id="2147483689" r:id="rId4"/>
    <p:sldLayoutId id="2147483649" r:id="rId5"/>
    <p:sldLayoutId id="2147483660" r:id="rId6"/>
    <p:sldLayoutId id="2147483696" r:id="rId7"/>
    <p:sldLayoutId id="2147483697" r:id="rId8"/>
    <p:sldLayoutId id="2147483673" r:id="rId9"/>
    <p:sldLayoutId id="2147483682" r:id="rId10"/>
    <p:sldLayoutId id="2147483665" r:id="rId11"/>
    <p:sldLayoutId id="2147483694" r:id="rId12"/>
    <p:sldLayoutId id="2147483695" r:id="rId13"/>
    <p:sldLayoutId id="2147483666" r:id="rId14"/>
    <p:sldLayoutId id="2147483676" r:id="rId15"/>
    <p:sldLayoutId id="2147483671" r:id="rId16"/>
    <p:sldLayoutId id="2147483698" r:id="rId17"/>
    <p:sldLayoutId id="2147483678" r:id="rId18"/>
    <p:sldLayoutId id="2147483669" r:id="rId19"/>
    <p:sldLayoutId id="2147483670" r:id="rId20"/>
    <p:sldLayoutId id="2147483685" r:id="rId21"/>
    <p:sldLayoutId id="2147483684" r:id="rId22"/>
    <p:sldLayoutId id="2147483686" r:id="rId23"/>
    <p:sldLayoutId id="2147483683" r:id="rId24"/>
    <p:sldLayoutId id="2147483691" r:id="rId25"/>
    <p:sldLayoutId id="2147483690" r:id="rId26"/>
    <p:sldLayoutId id="2147483675" r:id="rId27"/>
    <p:sldLayoutId id="2147483677" r:id="rId28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200" b="1" i="0" kern="1200">
          <a:solidFill>
            <a:srgbClr val="001158"/>
          </a:solidFill>
          <a:latin typeface="Merriweather" pitchFamily="2" charset="77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000" b="0" i="0" kern="1200">
          <a:solidFill>
            <a:srgbClr val="001158"/>
          </a:solidFill>
          <a:latin typeface="Merriweather" pitchFamily="2" charset="77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b="0" i="0" kern="1200">
          <a:solidFill>
            <a:srgbClr val="001158"/>
          </a:solidFill>
          <a:latin typeface="Merriweather" pitchFamily="2" charset="77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b="0" i="0" kern="1200">
          <a:solidFill>
            <a:srgbClr val="001158"/>
          </a:solidFill>
          <a:latin typeface="Merriweather" pitchFamily="2" charset="77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00" b="0" i="0" kern="1200">
          <a:solidFill>
            <a:srgbClr val="001158"/>
          </a:solidFill>
          <a:latin typeface="Merriweather" pitchFamily="2" charset="77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00" b="0" i="0" kern="1200">
          <a:solidFill>
            <a:srgbClr val="001158"/>
          </a:solidFill>
          <a:latin typeface="Merriweather" pitchFamily="2" charset="77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N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9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9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12.pn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8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15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9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8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ubtitle 1">
            <a:extLst>
              <a:ext uri="{FF2B5EF4-FFF2-40B4-BE49-F238E27FC236}">
                <a16:creationId xmlns:a16="http://schemas.microsoft.com/office/drawing/2014/main" id="{A6658BE3-A87E-9344-ABAF-052D4FDB011B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Niels Versteeg, Yanick Palmers, Group 7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A78067BE-4674-5BBE-BEC4-A9269BF16BF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Enhancing City-Scale Road Extraction via Diffusion-Based Inpainting</a:t>
            </a:r>
          </a:p>
        </p:txBody>
      </p:sp>
    </p:spTree>
    <p:extLst>
      <p:ext uri="{BB962C8B-B14F-4D97-AF65-F5344CB8AC3E}">
        <p14:creationId xmlns:p14="http://schemas.microsoft.com/office/powerpoint/2010/main" val="188644253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EBB1EF-3DD1-3F49-8B7D-02E1E61F1B5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Context, Cresi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F461C58-3D44-0302-5AC9-0CFBFC540598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Extracts road networks from satellite imagery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Estimates travel times and speed limits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Resnet34 + U-Net</a:t>
            </a:r>
          </a:p>
        </p:txBody>
      </p:sp>
      <p:pic>
        <p:nvPicPr>
          <p:cNvPr id="6" name="Picture Placeholder 5" descr="A collage of images of a map&#10;&#10;AI-generated content may be incorrect.">
            <a:extLst>
              <a:ext uri="{FF2B5EF4-FFF2-40B4-BE49-F238E27FC236}">
                <a16:creationId xmlns:a16="http://schemas.microsoft.com/office/drawing/2014/main" id="{F194123F-EC2D-C70C-4F2D-3CF00782B97D}"/>
              </a:ext>
            </a:extLst>
          </p:cNvPr>
          <p:cNvPicPr>
            <a:picLocks noGrp="1" noChangeAspect="1"/>
          </p:cNvPicPr>
          <p:nvPr>
            <p:ph type="pic" sz="quarter" idx="13"/>
          </p:nvPr>
        </p:nvPicPr>
        <p:blipFill>
          <a:blip r:embed="rId2"/>
          <a:srcRect l="911" r="911"/>
          <a:stretch/>
        </p:blipFill>
        <p:spPr>
          <a:custGeom>
            <a:avLst/>
            <a:gdLst>
              <a:gd name="connsiteX0" fmla="*/ 441972 w 3648853"/>
              <a:gd name="connsiteY0" fmla="*/ 0 h 6864136"/>
              <a:gd name="connsiteX1" fmla="*/ 3498385 w 3648853"/>
              <a:gd name="connsiteY1" fmla="*/ 6137 h 6864136"/>
              <a:gd name="connsiteX2" fmla="*/ 3648853 w 3648853"/>
              <a:gd name="connsiteY2" fmla="*/ 6864136 h 6864136"/>
              <a:gd name="connsiteX3" fmla="*/ 3218776 w 3648853"/>
              <a:gd name="connsiteY3" fmla="*/ 6863314 h 6864136"/>
              <a:gd name="connsiteX4" fmla="*/ 3052637 w 3648853"/>
              <a:gd name="connsiteY4" fmla="*/ 6586111 h 6864136"/>
              <a:gd name="connsiteX5" fmla="*/ 3068801 w 3648853"/>
              <a:gd name="connsiteY5" fmla="*/ 6137 h 6864136"/>
              <a:gd name="connsiteX6" fmla="*/ 441972 w 3648853"/>
              <a:gd name="connsiteY6" fmla="*/ 863 h 6864136"/>
              <a:gd name="connsiteX7" fmla="*/ 3183 w 3648853"/>
              <a:gd name="connsiteY7" fmla="*/ 0 h 6864136"/>
              <a:gd name="connsiteX8" fmla="*/ 3059596 w 3648853"/>
              <a:gd name="connsiteY8" fmla="*/ 6137 h 6864136"/>
              <a:gd name="connsiteX9" fmla="*/ 3210064 w 3648853"/>
              <a:gd name="connsiteY9" fmla="*/ 6864136 h 6864136"/>
              <a:gd name="connsiteX10" fmla="*/ 0 w 3648853"/>
              <a:gd name="connsiteY10" fmla="*/ 6858000 h 6864136"/>
              <a:gd name="connsiteX0" fmla="*/ 785639 w 3648853"/>
              <a:gd name="connsiteY0" fmla="*/ 6137 h 6864136"/>
              <a:gd name="connsiteX1" fmla="*/ 3498385 w 3648853"/>
              <a:gd name="connsiteY1" fmla="*/ 6137 h 6864136"/>
              <a:gd name="connsiteX2" fmla="*/ 3648853 w 3648853"/>
              <a:gd name="connsiteY2" fmla="*/ 6864136 h 6864136"/>
              <a:gd name="connsiteX3" fmla="*/ 3218776 w 3648853"/>
              <a:gd name="connsiteY3" fmla="*/ 6863314 h 6864136"/>
              <a:gd name="connsiteX4" fmla="*/ 3052637 w 3648853"/>
              <a:gd name="connsiteY4" fmla="*/ 6586111 h 6864136"/>
              <a:gd name="connsiteX5" fmla="*/ 3068801 w 3648853"/>
              <a:gd name="connsiteY5" fmla="*/ 6137 h 6864136"/>
              <a:gd name="connsiteX6" fmla="*/ 441972 w 3648853"/>
              <a:gd name="connsiteY6" fmla="*/ 863 h 6864136"/>
              <a:gd name="connsiteX7" fmla="*/ 785639 w 3648853"/>
              <a:gd name="connsiteY7" fmla="*/ 6137 h 6864136"/>
              <a:gd name="connsiteX8" fmla="*/ 3183 w 3648853"/>
              <a:gd name="connsiteY8" fmla="*/ 0 h 6864136"/>
              <a:gd name="connsiteX9" fmla="*/ 3059596 w 3648853"/>
              <a:gd name="connsiteY9" fmla="*/ 6137 h 6864136"/>
              <a:gd name="connsiteX10" fmla="*/ 3210064 w 3648853"/>
              <a:gd name="connsiteY10" fmla="*/ 6864136 h 6864136"/>
              <a:gd name="connsiteX11" fmla="*/ 0 w 3648853"/>
              <a:gd name="connsiteY11" fmla="*/ 6858000 h 6864136"/>
              <a:gd name="connsiteX12" fmla="*/ 3183 w 3648853"/>
              <a:gd name="connsiteY12" fmla="*/ 0 h 6864136"/>
              <a:gd name="connsiteX0" fmla="*/ 785639 w 3648853"/>
              <a:gd name="connsiteY0" fmla="*/ 6137 h 6864136"/>
              <a:gd name="connsiteX1" fmla="*/ 3498385 w 3648853"/>
              <a:gd name="connsiteY1" fmla="*/ 6137 h 6864136"/>
              <a:gd name="connsiteX2" fmla="*/ 3648853 w 3648853"/>
              <a:gd name="connsiteY2" fmla="*/ 6864136 h 6864136"/>
              <a:gd name="connsiteX3" fmla="*/ 3218776 w 3648853"/>
              <a:gd name="connsiteY3" fmla="*/ 6863314 h 6864136"/>
              <a:gd name="connsiteX4" fmla="*/ 3052637 w 3648853"/>
              <a:gd name="connsiteY4" fmla="*/ 6586111 h 6864136"/>
              <a:gd name="connsiteX5" fmla="*/ 3068801 w 3648853"/>
              <a:gd name="connsiteY5" fmla="*/ 6137 h 6864136"/>
              <a:gd name="connsiteX6" fmla="*/ 669038 w 3648853"/>
              <a:gd name="connsiteY6" fmla="*/ 13137 h 6864136"/>
              <a:gd name="connsiteX7" fmla="*/ 785639 w 3648853"/>
              <a:gd name="connsiteY7" fmla="*/ 6137 h 6864136"/>
              <a:gd name="connsiteX8" fmla="*/ 3183 w 3648853"/>
              <a:gd name="connsiteY8" fmla="*/ 0 h 6864136"/>
              <a:gd name="connsiteX9" fmla="*/ 3059596 w 3648853"/>
              <a:gd name="connsiteY9" fmla="*/ 6137 h 6864136"/>
              <a:gd name="connsiteX10" fmla="*/ 3210064 w 3648853"/>
              <a:gd name="connsiteY10" fmla="*/ 6864136 h 6864136"/>
              <a:gd name="connsiteX11" fmla="*/ 0 w 3648853"/>
              <a:gd name="connsiteY11" fmla="*/ 6858000 h 6864136"/>
              <a:gd name="connsiteX12" fmla="*/ 3183 w 3648853"/>
              <a:gd name="connsiteY12" fmla="*/ 0 h 6864136"/>
              <a:gd name="connsiteX0" fmla="*/ 785639 w 3648853"/>
              <a:gd name="connsiteY0" fmla="*/ 6137 h 6864136"/>
              <a:gd name="connsiteX1" fmla="*/ 3498385 w 3648853"/>
              <a:gd name="connsiteY1" fmla="*/ 6137 h 6864136"/>
              <a:gd name="connsiteX2" fmla="*/ 3648853 w 3648853"/>
              <a:gd name="connsiteY2" fmla="*/ 6864136 h 6864136"/>
              <a:gd name="connsiteX3" fmla="*/ 3218776 w 3648853"/>
              <a:gd name="connsiteY3" fmla="*/ 6863314 h 6864136"/>
              <a:gd name="connsiteX4" fmla="*/ 3052637 w 3648853"/>
              <a:gd name="connsiteY4" fmla="*/ 6586111 h 6864136"/>
              <a:gd name="connsiteX5" fmla="*/ 3068801 w 3648853"/>
              <a:gd name="connsiteY5" fmla="*/ 6137 h 6864136"/>
              <a:gd name="connsiteX6" fmla="*/ 669038 w 3648853"/>
              <a:gd name="connsiteY6" fmla="*/ 13137 h 6864136"/>
              <a:gd name="connsiteX7" fmla="*/ 785639 w 3648853"/>
              <a:gd name="connsiteY7" fmla="*/ 6137 h 6864136"/>
              <a:gd name="connsiteX8" fmla="*/ 371398 w 3648853"/>
              <a:gd name="connsiteY8" fmla="*/ 0 h 6864136"/>
              <a:gd name="connsiteX9" fmla="*/ 3059596 w 3648853"/>
              <a:gd name="connsiteY9" fmla="*/ 6137 h 6864136"/>
              <a:gd name="connsiteX10" fmla="*/ 3210064 w 3648853"/>
              <a:gd name="connsiteY10" fmla="*/ 6864136 h 6864136"/>
              <a:gd name="connsiteX11" fmla="*/ 0 w 3648853"/>
              <a:gd name="connsiteY11" fmla="*/ 6858000 h 6864136"/>
              <a:gd name="connsiteX12" fmla="*/ 371398 w 3648853"/>
              <a:gd name="connsiteY12" fmla="*/ 0 h 6864136"/>
              <a:gd name="connsiteX0" fmla="*/ 785639 w 3648853"/>
              <a:gd name="connsiteY0" fmla="*/ 0 h 6857999"/>
              <a:gd name="connsiteX1" fmla="*/ 3498385 w 3648853"/>
              <a:gd name="connsiteY1" fmla="*/ 0 h 6857999"/>
              <a:gd name="connsiteX2" fmla="*/ 3648853 w 3648853"/>
              <a:gd name="connsiteY2" fmla="*/ 6857999 h 6857999"/>
              <a:gd name="connsiteX3" fmla="*/ 3218776 w 3648853"/>
              <a:gd name="connsiteY3" fmla="*/ 6857177 h 6857999"/>
              <a:gd name="connsiteX4" fmla="*/ 3052637 w 3648853"/>
              <a:gd name="connsiteY4" fmla="*/ 6579974 h 6857999"/>
              <a:gd name="connsiteX5" fmla="*/ 3068801 w 3648853"/>
              <a:gd name="connsiteY5" fmla="*/ 0 h 6857999"/>
              <a:gd name="connsiteX6" fmla="*/ 669038 w 3648853"/>
              <a:gd name="connsiteY6" fmla="*/ 7000 h 6857999"/>
              <a:gd name="connsiteX7" fmla="*/ 785639 w 3648853"/>
              <a:gd name="connsiteY7" fmla="*/ 0 h 6857999"/>
              <a:gd name="connsiteX8" fmla="*/ 487999 w 3648853"/>
              <a:gd name="connsiteY8" fmla="*/ 6137 h 6857999"/>
              <a:gd name="connsiteX9" fmla="*/ 3059596 w 3648853"/>
              <a:gd name="connsiteY9" fmla="*/ 0 h 6857999"/>
              <a:gd name="connsiteX10" fmla="*/ 3210064 w 3648853"/>
              <a:gd name="connsiteY10" fmla="*/ 6857999 h 6857999"/>
              <a:gd name="connsiteX11" fmla="*/ 0 w 3648853"/>
              <a:gd name="connsiteY11" fmla="*/ 6851863 h 6857999"/>
              <a:gd name="connsiteX12" fmla="*/ 487999 w 3648853"/>
              <a:gd name="connsiteY12" fmla="*/ 6137 h 6857999"/>
              <a:gd name="connsiteX0" fmla="*/ 785639 w 3648853"/>
              <a:gd name="connsiteY0" fmla="*/ 0 h 6857999"/>
              <a:gd name="connsiteX1" fmla="*/ 3498385 w 3648853"/>
              <a:gd name="connsiteY1" fmla="*/ 0 h 6857999"/>
              <a:gd name="connsiteX2" fmla="*/ 3648853 w 3648853"/>
              <a:gd name="connsiteY2" fmla="*/ 6857999 h 6857999"/>
              <a:gd name="connsiteX3" fmla="*/ 3218776 w 3648853"/>
              <a:gd name="connsiteY3" fmla="*/ 6857177 h 6857999"/>
              <a:gd name="connsiteX4" fmla="*/ 3052637 w 3648853"/>
              <a:gd name="connsiteY4" fmla="*/ 6579974 h 6857999"/>
              <a:gd name="connsiteX5" fmla="*/ 3068801 w 3648853"/>
              <a:gd name="connsiteY5" fmla="*/ 0 h 6857999"/>
              <a:gd name="connsiteX6" fmla="*/ 669038 w 3648853"/>
              <a:gd name="connsiteY6" fmla="*/ 7000 h 6857999"/>
              <a:gd name="connsiteX7" fmla="*/ 785639 w 3648853"/>
              <a:gd name="connsiteY7" fmla="*/ 0 h 6857999"/>
              <a:gd name="connsiteX8" fmla="*/ 438904 w 3648853"/>
              <a:gd name="connsiteY8" fmla="*/ 6137 h 6857999"/>
              <a:gd name="connsiteX9" fmla="*/ 3059596 w 3648853"/>
              <a:gd name="connsiteY9" fmla="*/ 0 h 6857999"/>
              <a:gd name="connsiteX10" fmla="*/ 3210064 w 3648853"/>
              <a:gd name="connsiteY10" fmla="*/ 6857999 h 6857999"/>
              <a:gd name="connsiteX11" fmla="*/ 0 w 3648853"/>
              <a:gd name="connsiteY11" fmla="*/ 6851863 h 6857999"/>
              <a:gd name="connsiteX12" fmla="*/ 438904 w 3648853"/>
              <a:gd name="connsiteY12" fmla="*/ 6137 h 6857999"/>
              <a:gd name="connsiteX0" fmla="*/ 346735 w 3209949"/>
              <a:gd name="connsiteY0" fmla="*/ 0 h 6857999"/>
              <a:gd name="connsiteX1" fmla="*/ 3059481 w 3209949"/>
              <a:gd name="connsiteY1" fmla="*/ 0 h 6857999"/>
              <a:gd name="connsiteX2" fmla="*/ 3209949 w 3209949"/>
              <a:gd name="connsiteY2" fmla="*/ 6857999 h 6857999"/>
              <a:gd name="connsiteX3" fmla="*/ 2779872 w 3209949"/>
              <a:gd name="connsiteY3" fmla="*/ 6857177 h 6857999"/>
              <a:gd name="connsiteX4" fmla="*/ 2613733 w 3209949"/>
              <a:gd name="connsiteY4" fmla="*/ 6579974 h 6857999"/>
              <a:gd name="connsiteX5" fmla="*/ 2629897 w 3209949"/>
              <a:gd name="connsiteY5" fmla="*/ 0 h 6857999"/>
              <a:gd name="connsiteX6" fmla="*/ 230134 w 3209949"/>
              <a:gd name="connsiteY6" fmla="*/ 7000 h 6857999"/>
              <a:gd name="connsiteX7" fmla="*/ 346735 w 3209949"/>
              <a:gd name="connsiteY7" fmla="*/ 0 h 6857999"/>
              <a:gd name="connsiteX8" fmla="*/ 0 w 3209949"/>
              <a:gd name="connsiteY8" fmla="*/ 6137 h 6857999"/>
              <a:gd name="connsiteX9" fmla="*/ 2620692 w 3209949"/>
              <a:gd name="connsiteY9" fmla="*/ 0 h 6857999"/>
              <a:gd name="connsiteX10" fmla="*/ 2771160 w 3209949"/>
              <a:gd name="connsiteY10" fmla="*/ 6857999 h 6857999"/>
              <a:gd name="connsiteX11" fmla="*/ 2954 w 3209949"/>
              <a:gd name="connsiteY11" fmla="*/ 6845726 h 6857999"/>
              <a:gd name="connsiteX12" fmla="*/ 0 w 3209949"/>
              <a:gd name="connsiteY12" fmla="*/ 6137 h 6857999"/>
              <a:gd name="connsiteX0" fmla="*/ 346735 w 3209949"/>
              <a:gd name="connsiteY0" fmla="*/ 0 h 6864137"/>
              <a:gd name="connsiteX1" fmla="*/ 3059481 w 3209949"/>
              <a:gd name="connsiteY1" fmla="*/ 0 h 6864137"/>
              <a:gd name="connsiteX2" fmla="*/ 3209949 w 3209949"/>
              <a:gd name="connsiteY2" fmla="*/ 6857999 h 6864137"/>
              <a:gd name="connsiteX3" fmla="*/ 2779872 w 3209949"/>
              <a:gd name="connsiteY3" fmla="*/ 6857177 h 6864137"/>
              <a:gd name="connsiteX4" fmla="*/ 2613733 w 3209949"/>
              <a:gd name="connsiteY4" fmla="*/ 6579974 h 6864137"/>
              <a:gd name="connsiteX5" fmla="*/ 2629897 w 3209949"/>
              <a:gd name="connsiteY5" fmla="*/ 0 h 6864137"/>
              <a:gd name="connsiteX6" fmla="*/ 230134 w 3209949"/>
              <a:gd name="connsiteY6" fmla="*/ 7000 h 6864137"/>
              <a:gd name="connsiteX7" fmla="*/ 346735 w 3209949"/>
              <a:gd name="connsiteY7" fmla="*/ 0 h 6864137"/>
              <a:gd name="connsiteX8" fmla="*/ 0 w 3209949"/>
              <a:gd name="connsiteY8" fmla="*/ 6137 h 6864137"/>
              <a:gd name="connsiteX9" fmla="*/ 2620692 w 3209949"/>
              <a:gd name="connsiteY9" fmla="*/ 0 h 6864137"/>
              <a:gd name="connsiteX10" fmla="*/ 2771160 w 3209949"/>
              <a:gd name="connsiteY10" fmla="*/ 6857999 h 6864137"/>
              <a:gd name="connsiteX11" fmla="*/ 2954 w 3209949"/>
              <a:gd name="connsiteY11" fmla="*/ 6864137 h 6864137"/>
              <a:gd name="connsiteX12" fmla="*/ 0 w 3209949"/>
              <a:gd name="connsiteY12" fmla="*/ 6137 h 6864137"/>
              <a:gd name="connsiteX0" fmla="*/ 3255632 w 6118846"/>
              <a:gd name="connsiteY0" fmla="*/ 0 h 6864137"/>
              <a:gd name="connsiteX1" fmla="*/ 5968378 w 6118846"/>
              <a:gd name="connsiteY1" fmla="*/ 0 h 6864137"/>
              <a:gd name="connsiteX2" fmla="*/ 6118846 w 6118846"/>
              <a:gd name="connsiteY2" fmla="*/ 6857999 h 6864137"/>
              <a:gd name="connsiteX3" fmla="*/ 5688769 w 6118846"/>
              <a:gd name="connsiteY3" fmla="*/ 6857177 h 6864137"/>
              <a:gd name="connsiteX4" fmla="*/ 5522630 w 6118846"/>
              <a:gd name="connsiteY4" fmla="*/ 6579974 h 6864137"/>
              <a:gd name="connsiteX5" fmla="*/ 5538794 w 6118846"/>
              <a:gd name="connsiteY5" fmla="*/ 0 h 6864137"/>
              <a:gd name="connsiteX6" fmla="*/ 3139031 w 6118846"/>
              <a:gd name="connsiteY6" fmla="*/ 7000 h 6864137"/>
              <a:gd name="connsiteX7" fmla="*/ 3255632 w 6118846"/>
              <a:gd name="connsiteY7" fmla="*/ 0 h 6864137"/>
              <a:gd name="connsiteX8" fmla="*/ 0 w 6118846"/>
              <a:gd name="connsiteY8" fmla="*/ 0 h 6864137"/>
              <a:gd name="connsiteX9" fmla="*/ 5529589 w 6118846"/>
              <a:gd name="connsiteY9" fmla="*/ 0 h 6864137"/>
              <a:gd name="connsiteX10" fmla="*/ 5680057 w 6118846"/>
              <a:gd name="connsiteY10" fmla="*/ 6857999 h 6864137"/>
              <a:gd name="connsiteX11" fmla="*/ 2911851 w 6118846"/>
              <a:gd name="connsiteY11" fmla="*/ 6864137 h 6864137"/>
              <a:gd name="connsiteX12" fmla="*/ 0 w 6118846"/>
              <a:gd name="connsiteY12" fmla="*/ 0 h 6864137"/>
              <a:gd name="connsiteX0" fmla="*/ 3255632 w 6118846"/>
              <a:gd name="connsiteY0" fmla="*/ 0 h 6870273"/>
              <a:gd name="connsiteX1" fmla="*/ 5968378 w 6118846"/>
              <a:gd name="connsiteY1" fmla="*/ 0 h 6870273"/>
              <a:gd name="connsiteX2" fmla="*/ 6118846 w 6118846"/>
              <a:gd name="connsiteY2" fmla="*/ 6857999 h 6870273"/>
              <a:gd name="connsiteX3" fmla="*/ 5688769 w 6118846"/>
              <a:gd name="connsiteY3" fmla="*/ 6857177 h 6870273"/>
              <a:gd name="connsiteX4" fmla="*/ 5522630 w 6118846"/>
              <a:gd name="connsiteY4" fmla="*/ 6579974 h 6870273"/>
              <a:gd name="connsiteX5" fmla="*/ 5538794 w 6118846"/>
              <a:gd name="connsiteY5" fmla="*/ 0 h 6870273"/>
              <a:gd name="connsiteX6" fmla="*/ 3139031 w 6118846"/>
              <a:gd name="connsiteY6" fmla="*/ 7000 h 6870273"/>
              <a:gd name="connsiteX7" fmla="*/ 3255632 w 6118846"/>
              <a:gd name="connsiteY7" fmla="*/ 0 h 6870273"/>
              <a:gd name="connsiteX8" fmla="*/ 0 w 6118846"/>
              <a:gd name="connsiteY8" fmla="*/ 0 h 6870273"/>
              <a:gd name="connsiteX9" fmla="*/ 5529589 w 6118846"/>
              <a:gd name="connsiteY9" fmla="*/ 0 h 6870273"/>
              <a:gd name="connsiteX10" fmla="*/ 5680057 w 6118846"/>
              <a:gd name="connsiteY10" fmla="*/ 6857999 h 6870273"/>
              <a:gd name="connsiteX11" fmla="*/ 21365 w 6118846"/>
              <a:gd name="connsiteY11" fmla="*/ 6870273 h 6870273"/>
              <a:gd name="connsiteX12" fmla="*/ 0 w 6118846"/>
              <a:gd name="connsiteY12" fmla="*/ 0 h 6870273"/>
              <a:gd name="connsiteX0" fmla="*/ 3452013 w 6118846"/>
              <a:gd name="connsiteY0" fmla="*/ 6137 h 6870273"/>
              <a:gd name="connsiteX1" fmla="*/ 5968378 w 6118846"/>
              <a:gd name="connsiteY1" fmla="*/ 0 h 6870273"/>
              <a:gd name="connsiteX2" fmla="*/ 6118846 w 6118846"/>
              <a:gd name="connsiteY2" fmla="*/ 6857999 h 6870273"/>
              <a:gd name="connsiteX3" fmla="*/ 5688769 w 6118846"/>
              <a:gd name="connsiteY3" fmla="*/ 6857177 h 6870273"/>
              <a:gd name="connsiteX4" fmla="*/ 5522630 w 6118846"/>
              <a:gd name="connsiteY4" fmla="*/ 6579974 h 6870273"/>
              <a:gd name="connsiteX5" fmla="*/ 5538794 w 6118846"/>
              <a:gd name="connsiteY5" fmla="*/ 0 h 6870273"/>
              <a:gd name="connsiteX6" fmla="*/ 3139031 w 6118846"/>
              <a:gd name="connsiteY6" fmla="*/ 7000 h 6870273"/>
              <a:gd name="connsiteX7" fmla="*/ 3452013 w 6118846"/>
              <a:gd name="connsiteY7" fmla="*/ 6137 h 6870273"/>
              <a:gd name="connsiteX8" fmla="*/ 0 w 6118846"/>
              <a:gd name="connsiteY8" fmla="*/ 0 h 6870273"/>
              <a:gd name="connsiteX9" fmla="*/ 5529589 w 6118846"/>
              <a:gd name="connsiteY9" fmla="*/ 0 h 6870273"/>
              <a:gd name="connsiteX10" fmla="*/ 5680057 w 6118846"/>
              <a:gd name="connsiteY10" fmla="*/ 6857999 h 6870273"/>
              <a:gd name="connsiteX11" fmla="*/ 21365 w 6118846"/>
              <a:gd name="connsiteY11" fmla="*/ 6870273 h 6870273"/>
              <a:gd name="connsiteX12" fmla="*/ 0 w 6118846"/>
              <a:gd name="connsiteY12" fmla="*/ 0 h 687027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6118846" h="6870273">
                <a:moveTo>
                  <a:pt x="3452013" y="6137"/>
                </a:moveTo>
                <a:lnTo>
                  <a:pt x="5968378" y="0"/>
                </a:lnTo>
                <a:cubicBezTo>
                  <a:pt x="5275968" y="1144534"/>
                  <a:pt x="4252164" y="3884665"/>
                  <a:pt x="6118846" y="6857999"/>
                </a:cubicBezTo>
                <a:lnTo>
                  <a:pt x="5688769" y="6857177"/>
                </a:lnTo>
                <a:lnTo>
                  <a:pt x="5522630" y="6579974"/>
                </a:lnTo>
                <a:cubicBezTo>
                  <a:pt x="3886244" y="3714965"/>
                  <a:pt x="4868022" y="1108768"/>
                  <a:pt x="5538794" y="0"/>
                </a:cubicBezTo>
                <a:lnTo>
                  <a:pt x="3139031" y="7000"/>
                </a:lnTo>
                <a:cubicBezTo>
                  <a:pt x="3139031" y="6712"/>
                  <a:pt x="3452013" y="6425"/>
                  <a:pt x="3452013" y="6137"/>
                </a:cubicBezTo>
                <a:close/>
                <a:moveTo>
                  <a:pt x="0" y="0"/>
                </a:moveTo>
                <a:lnTo>
                  <a:pt x="5529589" y="0"/>
                </a:lnTo>
                <a:cubicBezTo>
                  <a:pt x="4837179" y="1144534"/>
                  <a:pt x="3813375" y="3884665"/>
                  <a:pt x="5680057" y="6857999"/>
                </a:cubicBezTo>
                <a:lnTo>
                  <a:pt x="21365" y="6870273"/>
                </a:lnTo>
                <a:cubicBezTo>
                  <a:pt x="20380" y="4590410"/>
                  <a:pt x="985" y="2279863"/>
                  <a:pt x="0" y="0"/>
                </a:cubicBezTo>
                <a:close/>
              </a:path>
            </a:pathLst>
          </a:custGeom>
          <a:solidFill>
            <a:prstClr val="white"/>
          </a:solidFill>
        </p:spPr>
      </p:pic>
    </p:spTree>
    <p:extLst>
      <p:ext uri="{BB962C8B-B14F-4D97-AF65-F5344CB8AC3E}">
        <p14:creationId xmlns:p14="http://schemas.microsoft.com/office/powerpoint/2010/main" val="133370660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DE96D8E-456F-7A98-5F4E-2953E27247D0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75C403BA-5397-5055-99FC-53CD7BC58E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Problem Statement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63671381-BF75-072A-03B5-B713A575611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b="1" dirty="0"/>
              <a:t>The Problem:</a:t>
            </a:r>
            <a:r>
              <a:rPr lang="en-US" dirty="0"/>
              <a:t> The "Perfect Image" Assumption</a:t>
            </a:r>
          </a:p>
          <a:p>
            <a:r>
              <a:rPr lang="en-US" dirty="0"/>
              <a:t>CRESIv2 performs well on clear imagery but struggles with </a:t>
            </a:r>
            <a:r>
              <a:rPr lang="en-US" b="1" dirty="0"/>
              <a:t>occlusions</a:t>
            </a:r>
            <a:r>
              <a:rPr lang="en-US" dirty="0"/>
              <a:t>: clouds, dense tree canopies, and building shadows</a:t>
            </a:r>
          </a:p>
        </p:txBody>
      </p:sp>
      <p:pic>
        <p:nvPicPr>
          <p:cNvPr id="11" name="Picture Placeholder 10" descr="A collage of a river and a building&#10;&#10;AI-generated content may be incorrect.">
            <a:extLst>
              <a:ext uri="{FF2B5EF4-FFF2-40B4-BE49-F238E27FC236}">
                <a16:creationId xmlns:a16="http://schemas.microsoft.com/office/drawing/2014/main" id="{02AF38C8-1391-E32F-3191-6596FE724106}"/>
              </a:ext>
            </a:extLst>
          </p:cNvPr>
          <p:cNvPicPr>
            <a:picLocks noGrp="1" noChangeAspect="1"/>
          </p:cNvPicPr>
          <p:nvPr>
            <p:ph type="pic" sz="quarter" idx="13"/>
          </p:nvPr>
        </p:nvPicPr>
        <p:blipFill>
          <a:blip r:embed="rId2"/>
          <a:srcRect l="7695" r="7695"/>
          <a:stretch/>
        </p:blipFill>
        <p:spPr>
          <a:xfrm>
            <a:off x="6267832" y="111125"/>
            <a:ext cx="5845791" cy="3429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6282775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30CBFA-9DC5-7E4E-6366-702EAE80B6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Proposal:</a:t>
            </a:r>
            <a:r>
              <a:rPr lang="en-US" dirty="0"/>
              <a:t> Pre-processing via Inpainting.</a:t>
            </a:r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17FA32B6-CD5A-6F54-5B37-2DB9E32D3866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901DBF3D-D550-48AB-83BB-30E4C0E85B52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3007086" y="1600285"/>
            <a:ext cx="8221161" cy="92333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We try to add a </a:t>
            </a: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generative inpainting step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prior to the segmentation network.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Reconstruct missing road geometry and texture to "repair" occlusions.</a:t>
            </a:r>
          </a:p>
        </p:txBody>
      </p:sp>
      <p:pic>
        <p:nvPicPr>
          <p:cNvPr id="6" name="Picture 5" descr="A aerial view of a city&#10;&#10;AI-generated content may be incorrect.">
            <a:extLst>
              <a:ext uri="{FF2B5EF4-FFF2-40B4-BE49-F238E27FC236}">
                <a16:creationId xmlns:a16="http://schemas.microsoft.com/office/drawing/2014/main" id="{28FA1075-86D2-A83F-355A-66A670D85AC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275" y="3047131"/>
            <a:ext cx="3209949" cy="3209949"/>
          </a:xfrm>
          <a:prstGeom prst="rect">
            <a:avLst/>
          </a:prstGeom>
        </p:spPr>
      </p:pic>
      <p:sp>
        <p:nvSpPr>
          <p:cNvPr id="7" name="Arrow: Right 6">
            <a:extLst>
              <a:ext uri="{FF2B5EF4-FFF2-40B4-BE49-F238E27FC236}">
                <a16:creationId xmlns:a16="http://schemas.microsoft.com/office/drawing/2014/main" id="{B7570FA7-DFBE-FE5D-55CB-11E347D56C46}"/>
              </a:ext>
            </a:extLst>
          </p:cNvPr>
          <p:cNvSpPr/>
          <p:nvPr/>
        </p:nvSpPr>
        <p:spPr>
          <a:xfrm>
            <a:off x="3422499" y="4568100"/>
            <a:ext cx="796970" cy="495374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9" name="Picture 8" descr="Aerial view of a city&#10;&#10;AI-generated content may be incorrect.">
            <a:extLst>
              <a:ext uri="{FF2B5EF4-FFF2-40B4-BE49-F238E27FC236}">
                <a16:creationId xmlns:a16="http://schemas.microsoft.com/office/drawing/2014/main" id="{A127B886-E02D-7D73-5385-2A943A92312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25744" y="3047131"/>
            <a:ext cx="3209949" cy="3209949"/>
          </a:xfrm>
          <a:prstGeom prst="rect">
            <a:avLst/>
          </a:prstGeom>
        </p:spPr>
      </p:pic>
      <p:pic>
        <p:nvPicPr>
          <p:cNvPr id="8" name="Picture 7" descr="A colorful lines on a black background&#10;&#10;AI-generated content may be incorrect.">
            <a:extLst>
              <a:ext uri="{FF2B5EF4-FFF2-40B4-BE49-F238E27FC236}">
                <a16:creationId xmlns:a16="http://schemas.microsoft.com/office/drawing/2014/main" id="{54E525CE-5FE5-7ECF-0096-2DB42ECEB31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2888" y="3019769"/>
            <a:ext cx="3163981" cy="3096662"/>
          </a:xfrm>
          <a:prstGeom prst="rect">
            <a:avLst/>
          </a:prstGeom>
        </p:spPr>
      </p:pic>
      <p:sp>
        <p:nvSpPr>
          <p:cNvPr id="10" name="Arrow: Right 9">
            <a:extLst>
              <a:ext uri="{FF2B5EF4-FFF2-40B4-BE49-F238E27FC236}">
                <a16:creationId xmlns:a16="http://schemas.microsoft.com/office/drawing/2014/main" id="{78381C6F-46FB-1204-4E4C-76153A9AEB43}"/>
              </a:ext>
            </a:extLst>
          </p:cNvPr>
          <p:cNvSpPr/>
          <p:nvPr/>
        </p:nvSpPr>
        <p:spPr>
          <a:xfrm>
            <a:off x="7710805" y="4568100"/>
            <a:ext cx="796970" cy="495374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887812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3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6" presetClass="entr" presetSubtype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8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3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9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10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64CA154B-0BDE-A811-3671-0A860DE847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A6096C-3B80-FF40-9992-21B857607083}" type="slidenum">
              <a:rPr lang="nl-NL" smtClean="0"/>
              <a:pPr/>
              <a:t>5</a:t>
            </a:fld>
            <a:endParaRPr lang="nl-NL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48FCF1EB-F3ED-CB25-B879-18ECA64DDA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Methodology: The Pipeline</a:t>
            </a:r>
            <a:br>
              <a:rPr lang="en-US" b="1" dirty="0"/>
            </a:b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7943752-FF57-5477-DA32-36D4C1745258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Original:</a:t>
            </a:r>
          </a:p>
          <a:p>
            <a:pPr lvl="1"/>
            <a:r>
              <a:rPr lang="en-US" b="1" dirty="0"/>
              <a:t>Input:</a:t>
            </a:r>
            <a:r>
              <a:rPr lang="en-US" dirty="0"/>
              <a:t> Raw Satellite Image (potentially occluded).</a:t>
            </a:r>
          </a:p>
          <a:p>
            <a:pPr lvl="1"/>
            <a:r>
              <a:rPr lang="en-US" b="1" dirty="0"/>
              <a:t>Segmentation:</a:t>
            </a:r>
            <a:r>
              <a:rPr lang="en-US" dirty="0"/>
              <a:t> Feed image into CRESIv2.</a:t>
            </a:r>
          </a:p>
          <a:p>
            <a:pPr lvl="1"/>
            <a:r>
              <a:rPr lang="en-US" b="1" dirty="0"/>
              <a:t>Graph Extraction:</a:t>
            </a:r>
            <a:r>
              <a:rPr lang="en-US" dirty="0"/>
              <a:t> Extract road speeds and vectors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A30F81EF-466E-E93A-C007-224B2A1342D5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US" dirty="0"/>
              <a:t>Our proposal</a:t>
            </a:r>
          </a:p>
          <a:p>
            <a:pPr lvl="1"/>
            <a:r>
              <a:rPr lang="en-US" b="1" dirty="0"/>
              <a:t>Input:</a:t>
            </a:r>
            <a:r>
              <a:rPr lang="en-US" dirty="0"/>
              <a:t> Raw Satellite Image (potentially occluded).</a:t>
            </a:r>
          </a:p>
          <a:p>
            <a:pPr lvl="1"/>
            <a:r>
              <a:rPr lang="en-US" b="1" dirty="0"/>
              <a:t>Pre-processing:</a:t>
            </a:r>
            <a:endParaRPr lang="en-US" dirty="0"/>
          </a:p>
          <a:p>
            <a:pPr lvl="2"/>
            <a:r>
              <a:rPr lang="en-US" dirty="0"/>
              <a:t>Identify low-confidence/occluded regions (Mask Predictor).</a:t>
            </a:r>
          </a:p>
          <a:p>
            <a:pPr lvl="2"/>
            <a:r>
              <a:rPr lang="en-US" dirty="0" err="1"/>
              <a:t>Inpaint</a:t>
            </a:r>
            <a:r>
              <a:rPr lang="en-US" dirty="0"/>
              <a:t> using Generative Diffusion Model.</a:t>
            </a:r>
          </a:p>
          <a:p>
            <a:pPr lvl="1"/>
            <a:r>
              <a:rPr lang="en-US" b="1" dirty="0"/>
              <a:t>Segmentation:</a:t>
            </a:r>
            <a:r>
              <a:rPr lang="en-US" dirty="0"/>
              <a:t> Feed </a:t>
            </a:r>
            <a:r>
              <a:rPr lang="en-US" dirty="0" err="1"/>
              <a:t>cleaned"image</a:t>
            </a:r>
            <a:r>
              <a:rPr lang="en-US" dirty="0"/>
              <a:t> into original CRESIv2.</a:t>
            </a:r>
          </a:p>
          <a:p>
            <a:pPr lvl="1"/>
            <a:r>
              <a:rPr lang="en-US" b="1" dirty="0"/>
              <a:t>Graph Extraction:</a:t>
            </a:r>
            <a:r>
              <a:rPr lang="en-US" dirty="0"/>
              <a:t> Extract road speeds and vectors</a:t>
            </a:r>
          </a:p>
        </p:txBody>
      </p:sp>
    </p:spTree>
    <p:extLst>
      <p:ext uri="{BB962C8B-B14F-4D97-AF65-F5344CB8AC3E}">
        <p14:creationId xmlns:p14="http://schemas.microsoft.com/office/powerpoint/2010/main" val="279387056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A2E945-5686-D32C-E62C-BA250B904B0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944694" y="342215"/>
            <a:ext cx="5212800" cy="1364277"/>
          </a:xfrm>
        </p:spPr>
        <p:txBody>
          <a:bodyPr/>
          <a:lstStyle/>
          <a:p>
            <a:r>
              <a:rPr lang="en-US" dirty="0"/>
              <a:t>Methodology</a:t>
            </a:r>
            <a:br>
              <a:rPr lang="en-US" dirty="0"/>
            </a:br>
            <a:r>
              <a:rPr lang="en-US" dirty="0"/>
              <a:t>cloud masks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41863F2-4434-19E1-D0E8-FAF30B981A4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850746" y="1775572"/>
            <a:ext cx="5071040" cy="757020"/>
          </a:xfrm>
        </p:spPr>
        <p:txBody>
          <a:bodyPr/>
          <a:lstStyle/>
          <a:p>
            <a:r>
              <a:rPr lang="en-US" dirty="0"/>
              <a:t>NVIDEA </a:t>
            </a:r>
            <a:r>
              <a:rPr lang="en-US" dirty="0" err="1"/>
              <a:t>segformer</a:t>
            </a:r>
            <a:r>
              <a:rPr lang="en-US" dirty="0"/>
              <a:t>, a pre-trained general segmentation model</a:t>
            </a:r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D0B00DA3-5228-0022-4866-95EB2FD11387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/>
        <p:txBody>
          <a:bodyPr/>
          <a:lstStyle/>
          <a:p>
            <a:endParaRPr lang="en-US" dirty="0"/>
          </a:p>
        </p:txBody>
      </p:sp>
      <p:pic>
        <p:nvPicPr>
          <p:cNvPr id="7" name="Picture 6" descr="A diagram of a machine&#10;&#10;AI-generated content may be incorrect.">
            <a:extLst>
              <a:ext uri="{FF2B5EF4-FFF2-40B4-BE49-F238E27FC236}">
                <a16:creationId xmlns:a16="http://schemas.microsoft.com/office/drawing/2014/main" id="{1294AE35-0D42-4942-0D69-1485BBD7A55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746" y="164911"/>
            <a:ext cx="6309642" cy="3053186"/>
          </a:xfrm>
          <a:prstGeom prst="rect">
            <a:avLst/>
          </a:prstGeom>
        </p:spPr>
      </p:pic>
      <p:pic>
        <p:nvPicPr>
          <p:cNvPr id="9" name="Picture 8" descr="A screenshot of a video game&#10;&#10;AI-generated content may be incorrect.">
            <a:extLst>
              <a:ext uri="{FF2B5EF4-FFF2-40B4-BE49-F238E27FC236}">
                <a16:creationId xmlns:a16="http://schemas.microsoft.com/office/drawing/2014/main" id="{934F3BCF-7BF1-FD29-DF70-115D1CF2CE3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3117339"/>
            <a:ext cx="7649560" cy="1343126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E0DAD25F-1CB3-59AA-63EC-B993AAFB40D9}"/>
              </a:ext>
            </a:extLst>
          </p:cNvPr>
          <p:cNvSpPr txBox="1"/>
          <p:nvPr/>
        </p:nvSpPr>
        <p:spPr>
          <a:xfrm>
            <a:off x="8435944" y="2421339"/>
            <a:ext cx="3066288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Advantage: Able to generalize to other occlusions, like trees, shadows, etc.</a:t>
            </a:r>
          </a:p>
        </p:txBody>
      </p:sp>
      <p:pic>
        <p:nvPicPr>
          <p:cNvPr id="13" name="Picture 12" descr="A red and green area&#10;&#10;AI-generated content may be incorrect.">
            <a:extLst>
              <a:ext uri="{FF2B5EF4-FFF2-40B4-BE49-F238E27FC236}">
                <a16:creationId xmlns:a16="http://schemas.microsoft.com/office/drawing/2014/main" id="{72F94FA2-743C-7F93-FFAA-6953B9A9062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38811" y="3471240"/>
            <a:ext cx="9228808" cy="33984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971733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DC7B2D-99F6-D692-F4F9-B8BB684CB3D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490318" y="368504"/>
            <a:ext cx="5212800" cy="843351"/>
          </a:xfrm>
        </p:spPr>
        <p:txBody>
          <a:bodyPr/>
          <a:lstStyle/>
          <a:p>
            <a:r>
              <a:rPr lang="en-US" dirty="0"/>
              <a:t>Methodology</a:t>
            </a:r>
            <a:br>
              <a:rPr lang="en-US" dirty="0"/>
            </a:br>
            <a:r>
              <a:rPr lang="en-US" dirty="0"/>
              <a:t>in-painting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A3CA511-5B2C-858B-7864-3B8F13B94AA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490318" y="1341833"/>
            <a:ext cx="5212799" cy="757020"/>
          </a:xfrm>
        </p:spPr>
        <p:txBody>
          <a:bodyPr/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i="1" noProof="0" dirty="0"/>
              <a:t>Current</a:t>
            </a:r>
            <a:r>
              <a:rPr lang="fr-FR" i="1" dirty="0"/>
              <a:t> </a:t>
            </a:r>
            <a:r>
              <a:rPr lang="fr-FR" i="1" dirty="0" err="1"/>
              <a:t>Approach</a:t>
            </a:r>
            <a:r>
              <a:rPr lang="fr-FR" i="1" dirty="0"/>
              <a:t>:</a:t>
            </a:r>
            <a:r>
              <a:rPr lang="fr-FR" dirty="0"/>
              <a:t> </a:t>
            </a:r>
            <a:r>
              <a:rPr lang="fr-FR" b="1" dirty="0" err="1"/>
              <a:t>DiffusionSat</a:t>
            </a:r>
            <a:r>
              <a:rPr lang="fr-FR" dirty="0"/>
              <a:t> (Diffusion Model)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fr-FR" dirty="0" err="1"/>
              <a:t>Trained</a:t>
            </a:r>
            <a:r>
              <a:rPr lang="fr-FR" dirty="0"/>
              <a:t> for satellite </a:t>
            </a:r>
            <a:r>
              <a:rPr lang="fr-FR" dirty="0" err="1"/>
              <a:t>imagery</a:t>
            </a:r>
            <a:endParaRPr lang="fr-FR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fr-FR" dirty="0" err="1"/>
              <a:t>Add</a:t>
            </a:r>
            <a:r>
              <a:rPr lang="fr-FR" dirty="0"/>
              <a:t> </a:t>
            </a:r>
            <a:r>
              <a:rPr lang="fr-FR" dirty="0" err="1"/>
              <a:t>image,mask</a:t>
            </a:r>
            <a:r>
              <a:rPr lang="fr-FR" dirty="0"/>
              <a:t>, and prompt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fr-FR" dirty="0"/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dirty="0"/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2A88DA8F-2C5F-AB66-A0A0-330832B2957B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7" name="Picture 6" descr="Diagram of a diagram of a flow of light&#10;&#10;AI-generated content may be incorrect.">
            <a:extLst>
              <a:ext uri="{FF2B5EF4-FFF2-40B4-BE49-F238E27FC236}">
                <a16:creationId xmlns:a16="http://schemas.microsoft.com/office/drawing/2014/main" id="{3D71A332-F502-E162-11DA-FB7F1D9F337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1686"/>
            <a:ext cx="6490318" cy="3280995"/>
          </a:xfrm>
          <a:prstGeom prst="rect">
            <a:avLst/>
          </a:prstGeom>
        </p:spPr>
      </p:pic>
      <p:pic>
        <p:nvPicPr>
          <p:cNvPr id="9" name="Picture 8" descr="A tree in front of a building&#10;&#10;AI-generated content may be incorrect.">
            <a:extLst>
              <a:ext uri="{FF2B5EF4-FFF2-40B4-BE49-F238E27FC236}">
                <a16:creationId xmlns:a16="http://schemas.microsoft.com/office/drawing/2014/main" id="{20568EFF-2B71-DF46-E605-CDF6C81B921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3151632"/>
            <a:ext cx="7301070" cy="37180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0003439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A9EEE046-4B07-AEBC-D5CD-09CD83FDAF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A6096C-3B80-FF40-9992-21B857607083}" type="slidenum">
              <a:rPr lang="nl-NL" smtClean="0"/>
              <a:pPr/>
              <a:t>8</a:t>
            </a:fld>
            <a:endParaRPr lang="nl-NL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7D07021F-1F56-7559-602E-3BBB47001F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Current Progress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5CFDC70-48F8-58BF-E517-9A061B60D17A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Diffusion network</a:t>
            </a:r>
          </a:p>
          <a:p>
            <a:pPr lvl="1"/>
            <a:r>
              <a:rPr lang="en-US" dirty="0"/>
              <a:t>Implemented and running</a:t>
            </a:r>
          </a:p>
          <a:p>
            <a:pPr lvl="1"/>
            <a:r>
              <a:rPr lang="en-US" dirty="0"/>
              <a:t>Containerized setup</a:t>
            </a:r>
          </a:p>
          <a:p>
            <a:r>
              <a:rPr lang="en-US" dirty="0"/>
              <a:t>Cloud mask model</a:t>
            </a:r>
          </a:p>
          <a:p>
            <a:pPr lvl="1"/>
            <a:r>
              <a:rPr lang="en-US" dirty="0"/>
              <a:t>Working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0F9FA764-7D1A-7203-A59E-74C04C96E340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US" dirty="0"/>
              <a:t>Todo</a:t>
            </a:r>
          </a:p>
          <a:p>
            <a:pPr lvl="1"/>
            <a:r>
              <a:rPr lang="en-US" dirty="0"/>
              <a:t>Cloud mask output to in-paint model</a:t>
            </a:r>
          </a:p>
          <a:p>
            <a:pPr lvl="1"/>
            <a:r>
              <a:rPr lang="en-US" dirty="0"/>
              <a:t>Feed the output into CresiV2</a:t>
            </a:r>
          </a:p>
          <a:p>
            <a:pPr lvl="1"/>
            <a:r>
              <a:rPr lang="en-US" dirty="0"/>
              <a:t>Analyze performance</a:t>
            </a: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5303819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2DC1FF82-3DA3-AECE-0D89-B6CEC9B248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A6096C-3B80-FF40-9992-21B857607083}" type="slidenum">
              <a:rPr lang="nl-NL" smtClean="0"/>
              <a:pPr/>
              <a:t>9</a:t>
            </a:fld>
            <a:endParaRPr lang="nl-NL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3612F4C3-A477-95F1-3515-F3124EF8A2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Metrics </a:t>
            </a:r>
          </a:p>
        </p:txBody>
      </p:sp>
      <p:sp>
        <p:nvSpPr>
          <p:cNvPr id="6" name="Rectangle 1">
            <a:extLst>
              <a:ext uri="{FF2B5EF4-FFF2-40B4-BE49-F238E27FC236}">
                <a16:creationId xmlns:a16="http://schemas.microsoft.com/office/drawing/2014/main" id="{6347B468-9A91-9984-B6B7-B461086C8D71}"/>
              </a:ext>
            </a:extLst>
          </p:cNvPr>
          <p:cNvSpPr>
            <a:spLocks noGrp="1" noChangeArrowheads="1"/>
          </p:cNvSpPr>
          <p:nvPr>
            <p:ph sz="half" idx="2"/>
          </p:nvPr>
        </p:nvSpPr>
        <p:spPr bwMode="auto">
          <a:xfrm>
            <a:off x="6172202" y="1717903"/>
            <a:ext cx="5169492" cy="138499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Datasets: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457200" lvl="1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kumimoji="0" lang="en-US" altLang="en-US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SpaceNet</a:t>
            </a:r>
            <a:r>
              <a:rPr kumimoji="0" lang="en-US" altLang="en-US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3</a:t>
            </a:r>
            <a:r>
              <a:rPr kumimoji="0" lang="en-US" altLang="en-US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: </a:t>
            </a:r>
            <a:r>
              <a:rPr kumimoji="0" lang="en-US" altLang="en-US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loads of satellite images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.</a:t>
            </a:r>
          </a:p>
          <a:p>
            <a:pPr marL="457200" lvl="1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kumimoji="0" lang="en-US" altLang="en-US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Comparison</a:t>
            </a:r>
            <a:r>
              <a:rPr kumimoji="0" lang="en-US" altLang="en-US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: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We will compare </a:t>
            </a:r>
            <a:r>
              <a:rPr kumimoji="0" lang="en-US" altLang="en-US" sz="1600" b="0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Original CRESIv2</a:t>
            </a:r>
          </a:p>
          <a:p>
            <a:pPr marL="457200" lvl="1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vs. </a:t>
            </a:r>
            <a:r>
              <a:rPr kumimoji="0" lang="en-US" altLang="en-US" sz="1600" b="0" i="1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Inpainted</a:t>
            </a:r>
            <a:r>
              <a:rPr kumimoji="0" lang="en-US" altLang="en-US" sz="1600" b="0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+ CRESIv2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Rectangle 2">
            <a:extLst>
              <a:ext uri="{FF2B5EF4-FFF2-40B4-BE49-F238E27FC236}">
                <a16:creationId xmlns:a16="http://schemas.microsoft.com/office/drawing/2014/main" id="{EF7E91A3-5B11-9AFF-1E7C-D8D094BAEC2A}"/>
              </a:ext>
            </a:extLst>
          </p:cNvPr>
          <p:cNvSpPr>
            <a:spLocks noGrp="1" noChangeArrowheads="1"/>
          </p:cNvSpPr>
          <p:nvPr>
            <p:ph sz="half" idx="1"/>
          </p:nvPr>
        </p:nvSpPr>
        <p:spPr bwMode="auto">
          <a:xfrm>
            <a:off x="838200" y="1748681"/>
            <a:ext cx="4612545" cy="135421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Metrics (same as Cresiv2 Paper):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457200" lvl="1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kumimoji="0" lang="en-US" altLang="en-US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APLS (Average Path Length Similarity):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</a:p>
          <a:p>
            <a:pPr marL="914400" lvl="2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Measures physical connectivity. </a:t>
            </a:r>
          </a:p>
          <a:p>
            <a:pPr marL="457200" lvl="1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kumimoji="0" lang="en-US" altLang="en-US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TOPO: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Measures local graph topology.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2116577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FAC225-6785-C155-FC6C-FF2F839668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Next steps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8E73BEF-024A-A30A-58B9-FE4FDADC21C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Phase 1 (done)</a:t>
            </a:r>
          </a:p>
          <a:p>
            <a:pPr lvl="1"/>
            <a:r>
              <a:rPr lang="en-US" dirty="0"/>
              <a:t>Literature review, env setup, diffusion model working</a:t>
            </a:r>
          </a:p>
          <a:p>
            <a:r>
              <a:rPr lang="en-US" dirty="0"/>
              <a:t>Phase 2 (doing now)</a:t>
            </a:r>
          </a:p>
          <a:p>
            <a:pPr lvl="1"/>
            <a:r>
              <a:rPr lang="en-US" dirty="0"/>
              <a:t>Add mask predictor</a:t>
            </a:r>
          </a:p>
          <a:p>
            <a:pPr lvl="1"/>
            <a:r>
              <a:rPr lang="en-US" dirty="0"/>
              <a:t>Test in-paining on </a:t>
            </a:r>
            <a:r>
              <a:rPr lang="en-US" dirty="0" err="1"/>
              <a:t>SpaceNet</a:t>
            </a:r>
            <a:r>
              <a:rPr lang="en-US" dirty="0"/>
              <a:t> examples</a:t>
            </a:r>
          </a:p>
          <a:p>
            <a:r>
              <a:rPr lang="en-US" dirty="0"/>
              <a:t>Phase 3 (coming weeks)</a:t>
            </a:r>
          </a:p>
          <a:p>
            <a:pPr lvl="1"/>
            <a:r>
              <a:rPr lang="en-US" dirty="0"/>
              <a:t>Integrate in-paining results to Cresiv2</a:t>
            </a:r>
          </a:p>
          <a:p>
            <a:pPr lvl="1"/>
            <a:r>
              <a:rPr lang="en-US" dirty="0"/>
              <a:t>Run benchmarks</a:t>
            </a:r>
          </a:p>
          <a:p>
            <a:pPr lvl="1"/>
            <a:r>
              <a:rPr lang="en-US" dirty="0"/>
              <a:t>report</a:t>
            </a:r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21BD3C9E-619F-4B07-91A1-614756A67BBE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2092508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5368D6-178A-AF8F-24D1-83227C0FB30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490318" y="368504"/>
            <a:ext cx="5212800" cy="1225165"/>
          </a:xfrm>
        </p:spPr>
        <p:txBody>
          <a:bodyPr/>
          <a:lstStyle/>
          <a:p>
            <a:r>
              <a:rPr lang="en-US" dirty="0"/>
              <a:t>summary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6EB7E30-99D1-AA87-B53B-C6F21211DAF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490318" y="2147261"/>
            <a:ext cx="5212799" cy="757020"/>
          </a:xfrm>
        </p:spPr>
        <p:txBody>
          <a:bodyPr/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Road extraction is difficult with occluded images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Remove occlusions from images by in paining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Expected outcome: higher accuracy on predicted road networks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dirty="0"/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CA1264D2-F8FB-C2F1-F227-6C8AC85F7BE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41216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icture Placeholder 1">
            <a:extLst>
              <a:ext uri="{FF2B5EF4-FFF2-40B4-BE49-F238E27FC236}">
                <a16:creationId xmlns:a16="http://schemas.microsoft.com/office/drawing/2014/main" id="{B32D2427-142C-6D74-ACC4-82B2384BE826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84CF5B50-FD01-8BE3-C300-9867D8FA819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Questions?</a:t>
            </a:r>
          </a:p>
        </p:txBody>
      </p:sp>
      <p:sp>
        <p:nvSpPr>
          <p:cNvPr id="4" name="Subtitle 3">
            <a:extLst>
              <a:ext uri="{FF2B5EF4-FFF2-40B4-BE49-F238E27FC236}">
                <a16:creationId xmlns:a16="http://schemas.microsoft.com/office/drawing/2014/main" id="{A1FB9853-A7E4-743F-558C-4078F9FA29E2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81775910"/>
      </p:ext>
    </p:extLst>
  </p:cSld>
  <p:clrMapOvr>
    <a:masterClrMapping/>
  </p:clrMapOvr>
</p:sld>
</file>

<file path=ppt/theme/theme1.xml><?xml version="1.0" encoding="utf-8"?>
<a:theme xmlns:a="http://schemas.openxmlformats.org/drawingml/2006/main" name="Kantoorthema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Kantoorthema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Kantoorthema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374</Words>
  <Application>Microsoft Office PowerPoint</Application>
  <PresentationFormat>Widescreen</PresentationFormat>
  <Paragraphs>69</Paragraphs>
  <Slides>12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7" baseType="lpstr">
      <vt:lpstr>Aptos</vt:lpstr>
      <vt:lpstr>Arial</vt:lpstr>
      <vt:lpstr>Merriweather</vt:lpstr>
      <vt:lpstr>Vestula Pro</vt:lpstr>
      <vt:lpstr>Kantoorthema</vt:lpstr>
      <vt:lpstr>Enhancing City-Scale Road Extraction via Diffusion-Based Inpainting</vt:lpstr>
      <vt:lpstr>Context, Cresi</vt:lpstr>
      <vt:lpstr>Problem Statement</vt:lpstr>
      <vt:lpstr>Proposal: Pre-processing via Inpainting.</vt:lpstr>
      <vt:lpstr>Methodology: The Pipeline </vt:lpstr>
      <vt:lpstr>Methodology cloud masks</vt:lpstr>
      <vt:lpstr>Methodology in-painting</vt:lpstr>
      <vt:lpstr>Current Progress</vt:lpstr>
      <vt:lpstr>Metrics </vt:lpstr>
      <vt:lpstr>Next steps</vt:lpstr>
      <vt:lpstr>summary</vt:lpstr>
      <vt:lpstr>Questions?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PowerPoint-presentatie</dc:title>
  <dc:creator>Creja ontwerpen</dc:creator>
  <cp:lastModifiedBy>. .</cp:lastModifiedBy>
  <cp:revision>48</cp:revision>
  <dcterms:created xsi:type="dcterms:W3CDTF">2024-11-22T12:00:34Z</dcterms:created>
  <dcterms:modified xsi:type="dcterms:W3CDTF">2025-12-10T09:28:37Z</dcterms:modified>
</cp:coreProperties>
</file>